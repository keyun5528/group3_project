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68" r:id="rId4"/>
  </p:sldMasterIdLst>
  <p:notesMasterIdLst>
    <p:notesMasterId r:id="rId7"/>
  </p:notesMasterIdLst>
  <p:handoutMasterIdLst>
    <p:handoutMasterId r:id="rId8"/>
  </p:handoutMasterIdLst>
  <p:sldIdLst>
    <p:sldId id="340" r:id="rId5"/>
    <p:sldId id="34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6B72C2-7C71-4355-8C85-9EA16A68D055}" v="44" dt="2026-10-20T23:27:11.453"/>
    <p1510:client id="{CE884749-E1A7-E8D4-41EF-1EDF9A8718FE}" v="4" dt="2026-10-20T02:37:35.1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ed Awwal Alimi" userId="01629b532df5ee48" providerId="LiveId" clId="{3680BEB8-8ECF-46C4-B3B5-CB34A7F6AE0F}"/>
    <pc:docChg chg="undo redo custSel addSld delSld modSld">
      <pc:chgData name="Muhammed Awwal Alimi" userId="01629b532df5ee48" providerId="LiveId" clId="{3680BEB8-8ECF-46C4-B3B5-CB34A7F6AE0F}" dt="2026-10-20T23:27:11.453" v="166"/>
      <pc:docMkLst>
        <pc:docMk/>
      </pc:docMkLst>
      <pc:sldChg chg="del">
        <pc:chgData name="Muhammed Awwal Alimi" userId="01629b532df5ee48" providerId="LiveId" clId="{3680BEB8-8ECF-46C4-B3B5-CB34A7F6AE0F}" dt="2026-10-20T20:16:01.540" v="33" actId="2696"/>
        <pc:sldMkLst>
          <pc:docMk/>
          <pc:sldMk cId="2728099267" sldId="326"/>
        </pc:sldMkLst>
      </pc:sldChg>
      <pc:sldChg chg="del">
        <pc:chgData name="Muhammed Awwal Alimi" userId="01629b532df5ee48" providerId="LiveId" clId="{3680BEB8-8ECF-46C4-B3B5-CB34A7F6AE0F}" dt="2026-10-20T20:15:56.922" v="32" actId="2696"/>
        <pc:sldMkLst>
          <pc:docMk/>
          <pc:sldMk cId="273775844" sldId="328"/>
        </pc:sldMkLst>
      </pc:sldChg>
      <pc:sldChg chg="del">
        <pc:chgData name="Muhammed Awwal Alimi" userId="01629b532df5ee48" providerId="LiveId" clId="{3680BEB8-8ECF-46C4-B3B5-CB34A7F6AE0F}" dt="2026-10-20T20:16:44.419" v="39" actId="2696"/>
        <pc:sldMkLst>
          <pc:docMk/>
          <pc:sldMk cId="1499560737" sldId="329"/>
        </pc:sldMkLst>
      </pc:sldChg>
      <pc:sldChg chg="del">
        <pc:chgData name="Muhammed Awwal Alimi" userId="01629b532df5ee48" providerId="LiveId" clId="{3680BEB8-8ECF-46C4-B3B5-CB34A7F6AE0F}" dt="2026-10-20T20:16:30.402" v="38" actId="2696"/>
        <pc:sldMkLst>
          <pc:docMk/>
          <pc:sldMk cId="2663399552" sldId="330"/>
        </pc:sldMkLst>
      </pc:sldChg>
      <pc:sldChg chg="del">
        <pc:chgData name="Muhammed Awwal Alimi" userId="01629b532df5ee48" providerId="LiveId" clId="{3680BEB8-8ECF-46C4-B3B5-CB34A7F6AE0F}" dt="2026-10-20T20:16:12.363" v="35" actId="2696"/>
        <pc:sldMkLst>
          <pc:docMk/>
          <pc:sldMk cId="2150140733" sldId="331"/>
        </pc:sldMkLst>
      </pc:sldChg>
      <pc:sldChg chg="del">
        <pc:chgData name="Muhammed Awwal Alimi" userId="01629b532df5ee48" providerId="LiveId" clId="{3680BEB8-8ECF-46C4-B3B5-CB34A7F6AE0F}" dt="2026-10-20T20:16:06.380" v="34" actId="2696"/>
        <pc:sldMkLst>
          <pc:docMk/>
          <pc:sldMk cId="1753452192" sldId="332"/>
        </pc:sldMkLst>
      </pc:sldChg>
      <pc:sldChg chg="del">
        <pc:chgData name="Muhammed Awwal Alimi" userId="01629b532df5ee48" providerId="LiveId" clId="{3680BEB8-8ECF-46C4-B3B5-CB34A7F6AE0F}" dt="2026-10-20T20:17:06.279" v="42" actId="2696"/>
        <pc:sldMkLst>
          <pc:docMk/>
          <pc:sldMk cId="3276769615" sldId="333"/>
        </pc:sldMkLst>
      </pc:sldChg>
      <pc:sldChg chg="del">
        <pc:chgData name="Muhammed Awwal Alimi" userId="01629b532df5ee48" providerId="LiveId" clId="{3680BEB8-8ECF-46C4-B3B5-CB34A7F6AE0F}" dt="2026-10-20T20:15:48.514" v="31" actId="2696"/>
        <pc:sldMkLst>
          <pc:docMk/>
          <pc:sldMk cId="3325332833" sldId="334"/>
        </pc:sldMkLst>
      </pc:sldChg>
      <pc:sldChg chg="del">
        <pc:chgData name="Muhammed Awwal Alimi" userId="01629b532df5ee48" providerId="LiveId" clId="{3680BEB8-8ECF-46C4-B3B5-CB34A7F6AE0F}" dt="2026-10-20T20:15:38.409" v="30" actId="2696"/>
        <pc:sldMkLst>
          <pc:docMk/>
          <pc:sldMk cId="2236476663" sldId="335"/>
        </pc:sldMkLst>
      </pc:sldChg>
      <pc:sldChg chg="addSp delSp modSp del mod">
        <pc:chgData name="Muhammed Awwal Alimi" userId="01629b532df5ee48" providerId="LiveId" clId="{3680BEB8-8ECF-46C4-B3B5-CB34A7F6AE0F}" dt="2026-10-20T20:15:21.855" v="28" actId="2696"/>
        <pc:sldMkLst>
          <pc:docMk/>
          <pc:sldMk cId="1206422430" sldId="336"/>
        </pc:sldMkLst>
        <pc:spChg chg="del">
          <ac:chgData name="Muhammed Awwal Alimi" userId="01629b532df5ee48" providerId="LiveId" clId="{3680BEB8-8ECF-46C4-B3B5-CB34A7F6AE0F}" dt="2026-10-20T19:59:12.379" v="6" actId="478"/>
          <ac:spMkLst>
            <pc:docMk/>
            <pc:sldMk cId="1206422430" sldId="336"/>
            <ac:spMk id="5" creationId="{ACB1996B-08DB-F511-A9DF-1C8F164ABC08}"/>
          </ac:spMkLst>
        </pc:spChg>
        <pc:spChg chg="add del mod">
          <ac:chgData name="Muhammed Awwal Alimi" userId="01629b532df5ee48" providerId="LiveId" clId="{3680BEB8-8ECF-46C4-B3B5-CB34A7F6AE0F}" dt="2026-10-20T19:59:04.727" v="5" actId="478"/>
          <ac:spMkLst>
            <pc:docMk/>
            <pc:sldMk cId="1206422430" sldId="336"/>
            <ac:spMk id="6" creationId="{227AD2D0-DAF6-8771-ED4D-6DD2F36D275E}"/>
          </ac:spMkLst>
        </pc:spChg>
        <pc:spChg chg="add del mod">
          <ac:chgData name="Muhammed Awwal Alimi" userId="01629b532df5ee48" providerId="LiveId" clId="{3680BEB8-8ECF-46C4-B3B5-CB34A7F6AE0F}" dt="2026-10-20T19:59:15.988" v="7" actId="478"/>
          <ac:spMkLst>
            <pc:docMk/>
            <pc:sldMk cId="1206422430" sldId="336"/>
            <ac:spMk id="8" creationId="{26749D50-EFA5-53E9-8634-892F0BC08406}"/>
          </ac:spMkLst>
        </pc:spChg>
        <pc:spChg chg="add del mod">
          <ac:chgData name="Muhammed Awwal Alimi" userId="01629b532df5ee48" providerId="LiveId" clId="{3680BEB8-8ECF-46C4-B3B5-CB34A7F6AE0F}" dt="2026-10-20T19:59:30.921" v="11" actId="478"/>
          <ac:spMkLst>
            <pc:docMk/>
            <pc:sldMk cId="1206422430" sldId="336"/>
            <ac:spMk id="10" creationId="{510D09E6-4DE6-5266-BF62-705E2E64480B}"/>
          </ac:spMkLst>
        </pc:spChg>
        <pc:spChg chg="add del mod">
          <ac:chgData name="Muhammed Awwal Alimi" userId="01629b532df5ee48" providerId="LiveId" clId="{3680BEB8-8ECF-46C4-B3B5-CB34A7F6AE0F}" dt="2026-10-20T19:59:42.711" v="13" actId="478"/>
          <ac:spMkLst>
            <pc:docMk/>
            <pc:sldMk cId="1206422430" sldId="336"/>
            <ac:spMk id="12" creationId="{ABD93212-4079-359D-197D-87686C223C09}"/>
          </ac:spMkLst>
        </pc:spChg>
        <pc:spChg chg="add del mod">
          <ac:chgData name="Muhammed Awwal Alimi" userId="01629b532df5ee48" providerId="LiveId" clId="{3680BEB8-8ECF-46C4-B3B5-CB34A7F6AE0F}" dt="2026-10-20T20:00:30.797" v="20"/>
          <ac:spMkLst>
            <pc:docMk/>
            <pc:sldMk cId="1206422430" sldId="336"/>
            <ac:spMk id="13" creationId="{56018F28-CF5E-37E8-C7EE-C0A169F0F301}"/>
          </ac:spMkLst>
        </pc:spChg>
        <pc:spChg chg="add del mod">
          <ac:chgData name="Muhammed Awwal Alimi" userId="01629b532df5ee48" providerId="LiveId" clId="{3680BEB8-8ECF-46C4-B3B5-CB34A7F6AE0F}" dt="2026-10-20T20:00:30.801" v="22"/>
          <ac:spMkLst>
            <pc:docMk/>
            <pc:sldMk cId="1206422430" sldId="336"/>
            <ac:spMk id="14" creationId="{D840F551-8A03-3EE4-2BB3-2C18A15BC924}"/>
          </ac:spMkLst>
        </pc:spChg>
        <pc:spChg chg="add del mod">
          <ac:chgData name="Muhammed Awwal Alimi" userId="01629b532df5ee48" providerId="LiveId" clId="{3680BEB8-8ECF-46C4-B3B5-CB34A7F6AE0F}" dt="2026-10-20T20:00:38.066" v="23" actId="478"/>
          <ac:spMkLst>
            <pc:docMk/>
            <pc:sldMk cId="1206422430" sldId="336"/>
            <ac:spMk id="16" creationId="{E02B8D31-4B6E-48FB-7BFC-813332991181}"/>
          </ac:spMkLst>
        </pc:spChg>
        <pc:spChg chg="add del mod">
          <ac:chgData name="Muhammed Awwal Alimi" userId="01629b532df5ee48" providerId="LiveId" clId="{3680BEB8-8ECF-46C4-B3B5-CB34A7F6AE0F}" dt="2026-10-20T20:00:47.201" v="26"/>
          <ac:spMkLst>
            <pc:docMk/>
            <pc:sldMk cId="1206422430" sldId="336"/>
            <ac:spMk id="17" creationId="{3FDA8435-FEF4-7DC7-0F78-D5E21A0B8740}"/>
          </ac:spMkLst>
        </pc:spChg>
        <pc:spChg chg="del">
          <ac:chgData name="Muhammed Awwal Alimi" userId="01629b532df5ee48" providerId="LiveId" clId="{3680BEB8-8ECF-46C4-B3B5-CB34A7F6AE0F}" dt="2026-10-20T19:59:38.629" v="12" actId="478"/>
          <ac:spMkLst>
            <pc:docMk/>
            <pc:sldMk cId="1206422430" sldId="336"/>
            <ac:spMk id="33" creationId="{22D31AFA-1E7C-94F2-7A81-4B357EB87183}"/>
          </ac:spMkLst>
        </pc:spChg>
        <pc:spChg chg="del mod">
          <ac:chgData name="Muhammed Awwal Alimi" userId="01629b532df5ee48" providerId="LiveId" clId="{3680BEB8-8ECF-46C4-B3B5-CB34A7F6AE0F}" dt="2026-10-20T19:59:26.107" v="10" actId="478"/>
          <ac:spMkLst>
            <pc:docMk/>
            <pc:sldMk cId="1206422430" sldId="336"/>
            <ac:spMk id="47" creationId="{526544F2-7851-6146-E774-E63C3E7D65C6}"/>
          </ac:spMkLst>
        </pc:spChg>
        <pc:spChg chg="del mod">
          <ac:chgData name="Muhammed Awwal Alimi" userId="01629b532df5ee48" providerId="LiveId" clId="{3680BEB8-8ECF-46C4-B3B5-CB34A7F6AE0F}" dt="2026-10-20T20:00:30.793" v="18" actId="478"/>
          <ac:spMkLst>
            <pc:docMk/>
            <pc:sldMk cId="1206422430" sldId="336"/>
            <ac:spMk id="55" creationId="{E913C351-CE1A-F817-F4B7-B3DB4240454E}"/>
          </ac:spMkLst>
        </pc:spChg>
        <pc:picChg chg="del">
          <ac:chgData name="Muhammed Awwal Alimi" userId="01629b532df5ee48" providerId="LiveId" clId="{3680BEB8-8ECF-46C4-B3B5-CB34A7F6AE0F}" dt="2026-10-20T19:58:59.691" v="4" actId="478"/>
          <ac:picMkLst>
            <pc:docMk/>
            <pc:sldMk cId="1206422430" sldId="336"/>
            <ac:picMk id="20" creationId="{F4087CD6-E867-BF82-DE7A-05CC4D9C019D}"/>
          </ac:picMkLst>
        </pc:picChg>
      </pc:sldChg>
      <pc:sldChg chg="del">
        <pc:chgData name="Muhammed Awwal Alimi" userId="01629b532df5ee48" providerId="LiveId" clId="{3680BEB8-8ECF-46C4-B3B5-CB34A7F6AE0F}" dt="2026-10-20T20:15:26.121" v="29" actId="2696"/>
        <pc:sldMkLst>
          <pc:docMk/>
          <pc:sldMk cId="1733822922" sldId="337"/>
        </pc:sldMkLst>
      </pc:sldChg>
      <pc:sldChg chg="addSp delSp modSp del mod">
        <pc:chgData name="Muhammed Awwal Alimi" userId="01629b532df5ee48" providerId="LiveId" clId="{3680BEB8-8ECF-46C4-B3B5-CB34A7F6AE0F}" dt="2026-10-20T19:58:52.523" v="3" actId="2696"/>
        <pc:sldMkLst>
          <pc:docMk/>
          <pc:sldMk cId="3781898638" sldId="338"/>
        </pc:sldMkLst>
        <pc:spChg chg="add del mod">
          <ac:chgData name="Muhammed Awwal Alimi" userId="01629b532df5ee48" providerId="LiveId" clId="{3680BEB8-8ECF-46C4-B3B5-CB34A7F6AE0F}" dt="2026-10-20T19:57:05.275" v="2"/>
          <ac:spMkLst>
            <pc:docMk/>
            <pc:sldMk cId="3781898638" sldId="338"/>
            <ac:spMk id="4" creationId="{9E7E4E95-AB1B-2085-0EDF-30A8D57086C5}"/>
          </ac:spMkLst>
        </pc:spChg>
      </pc:sldChg>
      <pc:sldChg chg="del">
        <pc:chgData name="Muhammed Awwal Alimi" userId="01629b532df5ee48" providerId="LiveId" clId="{3680BEB8-8ECF-46C4-B3B5-CB34A7F6AE0F}" dt="2026-10-20T20:15:08.325" v="27" actId="2696"/>
        <pc:sldMkLst>
          <pc:docMk/>
          <pc:sldMk cId="3223724350" sldId="339"/>
        </pc:sldMkLst>
      </pc:sldChg>
      <pc:sldChg chg="addSp delSp modSp mod">
        <pc:chgData name="Muhammed Awwal Alimi" userId="01629b532df5ee48" providerId="LiveId" clId="{3680BEB8-8ECF-46C4-B3B5-CB34A7F6AE0F}" dt="2026-10-20T23:24:57.589" v="145"/>
        <pc:sldMkLst>
          <pc:docMk/>
          <pc:sldMk cId="1373480303" sldId="340"/>
        </pc:sldMkLst>
        <pc:spChg chg="add del mod">
          <ac:chgData name="Muhammed Awwal Alimi" userId="01629b532df5ee48" providerId="LiveId" clId="{3680BEB8-8ECF-46C4-B3B5-CB34A7F6AE0F}" dt="2026-10-20T20:29:07.155" v="87" actId="478"/>
          <ac:spMkLst>
            <pc:docMk/>
            <pc:sldMk cId="1373480303" sldId="340"/>
            <ac:spMk id="2" creationId="{645687C6-2326-608E-873D-46E9BC32BFFA}"/>
          </ac:spMkLst>
        </pc:spChg>
        <pc:spChg chg="add del mod">
          <ac:chgData name="Muhammed Awwal Alimi" userId="01629b532df5ee48" providerId="LiveId" clId="{3680BEB8-8ECF-46C4-B3B5-CB34A7F6AE0F}" dt="2026-10-20T23:24:51.944" v="139"/>
          <ac:spMkLst>
            <pc:docMk/>
            <pc:sldMk cId="1373480303" sldId="340"/>
            <ac:spMk id="2" creationId="{9FD953A3-3791-49AC-9B13-809F0CF865C3}"/>
          </ac:spMkLst>
        </pc:spChg>
        <pc:spChg chg="mod">
          <ac:chgData name="Muhammed Awwal Alimi" userId="01629b532df5ee48" providerId="LiveId" clId="{3680BEB8-8ECF-46C4-B3B5-CB34A7F6AE0F}" dt="2026-10-20T23:23:57.054" v="133" actId="1076"/>
          <ac:spMkLst>
            <pc:docMk/>
            <pc:sldMk cId="1373480303" sldId="340"/>
            <ac:spMk id="3" creationId="{5EF24F4B-7E15-DA94-0B72-B30AB9BC4CCE}"/>
          </ac:spMkLst>
        </pc:spChg>
        <pc:spChg chg="add del mod">
          <ac:chgData name="Muhammed Awwal Alimi" userId="01629b532df5ee48" providerId="LiveId" clId="{3680BEB8-8ECF-46C4-B3B5-CB34A7F6AE0F}" dt="2026-10-20T23:24:55.887" v="142"/>
          <ac:spMkLst>
            <pc:docMk/>
            <pc:sldMk cId="1373480303" sldId="340"/>
            <ac:spMk id="4" creationId="{17CA1AD0-664A-CAA7-CD96-818757EE2CA1}"/>
          </ac:spMkLst>
        </pc:spChg>
        <pc:spChg chg="add del mod">
          <ac:chgData name="Muhammed Awwal Alimi" userId="01629b532df5ee48" providerId="LiveId" clId="{3680BEB8-8ECF-46C4-B3B5-CB34A7F6AE0F}" dt="2026-10-20T23:24:57.589" v="145"/>
          <ac:spMkLst>
            <pc:docMk/>
            <pc:sldMk cId="1373480303" sldId="340"/>
            <ac:spMk id="5" creationId="{83A1AF37-BEB0-9922-53DC-C1AF7783B210}"/>
          </ac:spMkLst>
        </pc:spChg>
        <pc:spChg chg="mod">
          <ac:chgData name="Muhammed Awwal Alimi" userId="01629b532df5ee48" providerId="LiveId" clId="{3680BEB8-8ECF-46C4-B3B5-CB34A7F6AE0F}" dt="2026-10-20T23:23:53.479" v="131" actId="15"/>
          <ac:spMkLst>
            <pc:docMk/>
            <pc:sldMk cId="1373480303" sldId="340"/>
            <ac:spMk id="12" creationId="{7542BB80-52DA-35FC-BB78-E928422965F3}"/>
          </ac:spMkLst>
        </pc:spChg>
      </pc:sldChg>
      <pc:sldChg chg="add del">
        <pc:chgData name="Muhammed Awwal Alimi" userId="01629b532df5ee48" providerId="LiveId" clId="{3680BEB8-8ECF-46C4-B3B5-CB34A7F6AE0F}" dt="2026-10-20T20:16:59.376" v="41" actId="2696"/>
        <pc:sldMkLst>
          <pc:docMk/>
          <pc:sldMk cId="101722847" sldId="341"/>
        </pc:sldMkLst>
      </pc:sldChg>
      <pc:sldChg chg="add del">
        <pc:chgData name="Muhammed Awwal Alimi" userId="01629b532df5ee48" providerId="LiveId" clId="{3680BEB8-8ECF-46C4-B3B5-CB34A7F6AE0F}" dt="2026-10-20T20:16:25.681" v="37" actId="2696"/>
        <pc:sldMkLst>
          <pc:docMk/>
          <pc:sldMk cId="1396879806" sldId="341"/>
        </pc:sldMkLst>
      </pc:sldChg>
      <pc:sldChg chg="add modTransition">
        <pc:chgData name="Muhammed Awwal Alimi" userId="01629b532df5ee48" providerId="LiveId" clId="{3680BEB8-8ECF-46C4-B3B5-CB34A7F6AE0F}" dt="2026-10-20T23:27:11.453" v="166"/>
        <pc:sldMkLst>
          <pc:docMk/>
          <pc:sldMk cId="3217619395" sldId="34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4CB405-BC11-414E-B0F4-9E1C4642FE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A09E4-E76E-43B1-9270-846FE19D3E2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A57E1-CEB3-4C96-B7C6-36B0FA3064E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91962-6490-4685-B760-76A1628AD5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97A7F-1461-4B81-83F2-8C494CFB80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0D51C3-EABD-4553-9DC0-81CFC2A7F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4613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1BBD7-2276-4DDA-BFFE-26CAACEE5E98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279F17-7BA4-49BC-BB37-7F646CF8D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40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772" y="1793289"/>
            <a:ext cx="3010925" cy="3373515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423228AD-A556-C433-B2EA-87D97B6FF6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2975" y="3086826"/>
            <a:ext cx="5667049" cy="2079978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02976" y="1793289"/>
            <a:ext cx="5658458" cy="1127125"/>
          </a:xfrm>
        </p:spPr>
        <p:txBody>
          <a:bodyPr lIns="0" tIns="0" rIns="0" b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84557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ED748D9-6073-DA29-847A-6A6C39D6A6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3" t="45170" r="17078" b="17468"/>
          <a:stretch/>
        </p:blipFill>
        <p:spPr>
          <a:xfrm rot="10800000">
            <a:off x="-2" y="0"/>
            <a:ext cx="6300593" cy="230479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</a:extLst>
          </p:cNvPr>
          <p:cNvGrpSpPr/>
          <p:nvPr userDrawn="1"/>
        </p:nvGrpSpPr>
        <p:grpSpPr>
          <a:xfrm>
            <a:off x="11613628" y="319274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itle 1">
            <a:extLst>
              <a:ext uri="{FF2B5EF4-FFF2-40B4-BE49-F238E27FC236}">
                <a16:creationId xmlns:a16="http://schemas.microsoft.com/office/drawing/2014/main" id="{C41695A2-5AD2-67EB-7D51-A56C0DCF14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0925" y="1582977"/>
            <a:ext cx="3978939" cy="1946607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80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47038-27D1-FF6B-7831-F79C0B1035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grayscl/>
            <a:alphaModFix amt="41000"/>
          </a:blip>
          <a:srcRect l="-222" t="45170" r="19778" b="17468"/>
          <a:stretch/>
        </p:blipFill>
        <p:spPr>
          <a:xfrm>
            <a:off x="6096001" y="4549953"/>
            <a:ext cx="6096000" cy="230479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4392963-F9C3-8CCC-D239-15D7A4074039}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602030E-DB17-B78E-57D1-2DE77370C0A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78C2D1A-F468-13E2-E0B2-A616C5D32D07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6D1E3C-605D-AD1A-9356-148E871C2D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12" y="2347118"/>
            <a:ext cx="5161563" cy="2304791"/>
          </a:xfrm>
        </p:spPr>
        <p:txBody>
          <a:bodyPr lIns="0" tIns="0" rIns="0" bIns="0" anchor="ctr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8000" cap="all" spc="-15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cap="all" baseline="0">
                <a:solidFill>
                  <a:schemeClr val="bg1"/>
                </a:solidFill>
              </a:defRPr>
            </a:lvl2pPr>
            <a:lvl3pPr marL="914400" indent="0">
              <a:buNone/>
              <a:defRPr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 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D7BC5E0-03EB-A193-1303-34484219ED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2614" y="5010341"/>
            <a:ext cx="9501187" cy="1139447"/>
          </a:xfrm>
        </p:spPr>
        <p:txBody>
          <a:bodyPr/>
          <a:lstStyle>
            <a:lvl1pPr marL="0" indent="0" algn="ctr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705679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082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BDEA8563-2200-B57E-810F-41DD854A672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690863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90864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30D9652-C4A0-E049-3F65-924827826FE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8558" y="1481328"/>
            <a:ext cx="2939694" cy="3227832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88559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39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3438143"/>
            <a:ext cx="3439598" cy="263152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91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007489C8-C2F6-7874-81E6-FAF3CB72CD3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82575" y="1634085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9075" y="560048"/>
            <a:ext cx="4622471" cy="2384319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A41ABB58-FB44-EE86-1061-E95F873917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9076" y="3089598"/>
            <a:ext cx="3577916" cy="49377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 cap="all" baseline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076" y="3631142"/>
            <a:ext cx="2721367" cy="2631523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28C33102-C0D9-31A0-A7A1-2BAC395320A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5640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93024" y="1634086"/>
            <a:ext cx="2941845" cy="31912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F5D171A2-DD04-FA64-A705-BE5D0C937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16088" y="5285084"/>
            <a:ext cx="3095716" cy="93929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8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20493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D1BC8852-D44A-D95C-9A79-F92DD4EC2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2131" y="425139"/>
            <a:ext cx="3164770" cy="2403406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08E62040-BF32-845C-9224-98B69005FC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2130" y="3075681"/>
            <a:ext cx="3164764" cy="1376398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Mangal" panose="02040503050203030202" pitchFamily="18" charset="0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Picture Placeholder 11" descr="picture placeholder">
            <a:extLst>
              <a:ext uri="{FF2B5EF4-FFF2-40B4-BE49-F238E27FC236}">
                <a16:creationId xmlns:a16="http://schemas.microsoft.com/office/drawing/2014/main" id="{7D19173E-BF72-7982-B9A1-FE487C1188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242131" y="4721601"/>
            <a:ext cx="3522392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Picture Placeholder 11" descr="picture placeholder">
            <a:extLst>
              <a:ext uri="{FF2B5EF4-FFF2-40B4-BE49-F238E27FC236}">
                <a16:creationId xmlns:a16="http://schemas.microsoft.com/office/drawing/2014/main" id="{D51C203A-3A92-6BC5-A236-DBB70B517E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921959" y="1"/>
            <a:ext cx="3925538" cy="293300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Picture Placeholder 11" descr="picture placeholder">
            <a:extLst>
              <a:ext uri="{FF2B5EF4-FFF2-40B4-BE49-F238E27FC236}">
                <a16:creationId xmlns:a16="http://schemas.microsoft.com/office/drawing/2014/main" id="{BA8C2200-B8F4-7A2E-4F97-B31B53D38A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921959" y="3082045"/>
            <a:ext cx="2262279" cy="1465065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3" name="Picture Placeholder 11" descr="picture placeholder">
            <a:extLst>
              <a:ext uri="{FF2B5EF4-FFF2-40B4-BE49-F238E27FC236}">
                <a16:creationId xmlns:a16="http://schemas.microsoft.com/office/drawing/2014/main" id="{6290D66C-EBB5-C620-E71D-0FBB89C5576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21959" y="4721601"/>
            <a:ext cx="2262279" cy="213639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Picture Placeholder 11" descr="picture placeholder">
            <a:extLst>
              <a:ext uri="{FF2B5EF4-FFF2-40B4-BE49-F238E27FC236}">
                <a16:creationId xmlns:a16="http://schemas.microsoft.com/office/drawing/2014/main" id="{4AAF9077-F4CB-6EB4-F15E-CA235E89EB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6534" y="335197"/>
            <a:ext cx="2301704" cy="259781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5" name="Picture Placeholder 11" descr="picture placeholder">
            <a:extLst>
              <a:ext uri="{FF2B5EF4-FFF2-40B4-BE49-F238E27FC236}">
                <a16:creationId xmlns:a16="http://schemas.microsoft.com/office/drawing/2014/main" id="{720F3E71-0F7F-4FA9-5236-34EDD2EEC73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37475" y="3082045"/>
            <a:ext cx="4854525" cy="2978479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58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8004" y="890011"/>
            <a:ext cx="10963996" cy="517051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9F0849-FB1F-B511-68E2-73CBF63D60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3196" y="649990"/>
            <a:ext cx="10126933" cy="425138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27A013-657B-B1EA-05D7-FCFD2EA6E6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2406" y="5856042"/>
            <a:ext cx="10126918" cy="425138"/>
          </a:xfrm>
        </p:spPr>
        <p:txBody>
          <a:bodyPr lIns="0" tIns="0" rIns="0" bIns="0"/>
          <a:lstStyle>
            <a:lvl1pPr marL="0" indent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  <a:defRPr sz="480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</a:defRPr>
            </a:lvl1pPr>
            <a:lvl2pPr marL="4572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2pPr>
            <a:lvl3pPr marL="9144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3pPr>
            <a:lvl4pPr marL="13716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4pPr>
            <a:lvl5pPr marL="1828800" indent="0">
              <a:buNone/>
              <a:defRPr spc="-150">
                <a:solidFill>
                  <a:schemeClr val="bg1"/>
                </a:solidFill>
                <a:latin typeface="MS PMincho" panose="02020600040205080304" pitchFamily="18" charset="-128"/>
                <a:ea typeface="MS PMincho" panose="02020600040205080304" pitchFamily="18" charset="-128"/>
              </a:defRPr>
            </a:lvl5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64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, Picture,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84" y="890015"/>
            <a:ext cx="3091684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cap="all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20826" y="1"/>
            <a:ext cx="4785234" cy="685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1F475-EF10-D813-0860-75BE8B40BF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36835" y="3429000"/>
            <a:ext cx="3439596" cy="43497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834" y="4083247"/>
            <a:ext cx="3439598" cy="2040209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98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9581" y="2160494"/>
            <a:ext cx="6058564" cy="4697507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6150" y="596200"/>
            <a:ext cx="4758948" cy="1938529"/>
          </a:xfrm>
        </p:spPr>
        <p:txBody>
          <a:bodyPr lIns="0" tIns="0" rIns="0" bIns="0" anchor="b"/>
          <a:lstStyle>
            <a:lvl1pPr algn="l">
              <a:lnSpc>
                <a:spcPct val="75000"/>
              </a:lnSpc>
              <a:defRPr sz="4800" b="0" i="0" spc="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04041" y="900724"/>
            <a:ext cx="3439597" cy="2392155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5745" y="3292881"/>
            <a:ext cx="2967893" cy="2238343"/>
          </a:xfrm>
        </p:spPr>
        <p:txBody>
          <a:bodyPr lIns="0" tIns="0" rIns="0" bIns="0"/>
          <a:lstStyle>
            <a:lvl1pPr marL="2857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7429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1200150" indent="-2857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5430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2000250" indent="-171450">
              <a:buClr>
                <a:schemeClr val="bg1"/>
              </a:buClr>
              <a:buFont typeface="Courier New" panose="02070309020205020404" pitchFamily="49" charset="0"/>
              <a:buChar char="o"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7E41109A-8BEA-FEB0-7ED8-F6C1DB5D4B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04041" y="5703628"/>
            <a:ext cx="3523517" cy="355422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95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with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032" y="608075"/>
            <a:ext cx="10061455" cy="644653"/>
          </a:xfrm>
        </p:spPr>
        <p:txBody>
          <a:bodyPr lIns="0" tIns="0" rIns="0" bIns="0" anchor="ctr"/>
          <a:lstStyle>
            <a:lvl1pPr algn="l">
              <a:lnSpc>
                <a:spcPct val="75000"/>
              </a:lnSpc>
              <a:defRPr sz="4800" b="0" i="0" cap="all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27C4070-4CFF-FDA7-C0F7-167D09EE792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3710" y="1288398"/>
            <a:ext cx="10071100" cy="466725"/>
          </a:xfrm>
        </p:spPr>
        <p:txBody>
          <a:bodyPr lIns="0" rIns="0"/>
          <a:lstStyle>
            <a:lvl1pPr marL="0" indent="0"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140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14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085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BABDA1A4-3206-A325-2576-C4DB8737B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2783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Picture Placeholder 11" descr="picture placeholder">
            <a:extLst>
              <a:ext uri="{FF2B5EF4-FFF2-40B4-BE49-F238E27FC236}">
                <a16:creationId xmlns:a16="http://schemas.microsoft.com/office/drawing/2014/main" id="{6056702D-014D-8146-A1CF-42D52C1D1B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42912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D97174A-CD7A-C701-0CE9-02D5F895EF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42917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Picture Placeholder 11" descr="picture placeholder">
            <a:extLst>
              <a:ext uri="{FF2B5EF4-FFF2-40B4-BE49-F238E27FC236}">
                <a16:creationId xmlns:a16="http://schemas.microsoft.com/office/drawing/2014/main" id="{1AE62733-AF33-D10E-D484-04859AC2A44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03793" y="1954306"/>
            <a:ext cx="2939694" cy="2754854"/>
          </a:xfr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9B6060F-8C38-5C36-BCF1-620E2F4AF9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03798" y="5138927"/>
            <a:ext cx="2939689" cy="921596"/>
          </a:xfrm>
        </p:spPr>
        <p:txBody>
          <a:bodyPr lIns="0" tIns="0" rIns="0" bIns="0"/>
          <a:lstStyle>
            <a:lvl1pPr marL="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1pPr>
            <a:lvl2pPr marL="4572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>
              <a:buClr>
                <a:schemeClr val="bg1"/>
              </a:buClr>
              <a:buFont typeface="Courier New" panose="02070309020205020404" pitchFamily="49" charset="0"/>
              <a:buNone/>
              <a:defRPr sz="14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3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C91152F-5BDA-D61B-1CCF-A86EFB6F5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2370" y="613839"/>
            <a:ext cx="4833725" cy="1713677"/>
          </a:xfrm>
        </p:spPr>
        <p:txBody>
          <a:bodyPr lIns="0" tIns="0" rIns="0" bIns="0" anchor="t"/>
          <a:lstStyle>
            <a:lvl1pPr algn="l">
              <a:lnSpc>
                <a:spcPct val="75000"/>
              </a:lnSpc>
              <a:defRPr sz="4800" b="0" i="0" spc="-150" baseline="0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r>
              <a:rPr lang="en-US"/>
              <a:t>Add title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22E8A7-C256-4D0D-38F5-744CC21A3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13628" y="335197"/>
            <a:ext cx="89941" cy="314793"/>
            <a:chOff x="5538866" y="1851285"/>
            <a:chExt cx="89941" cy="314793"/>
          </a:xfrm>
          <a:solidFill>
            <a:schemeClr val="bg1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94A7E3-B379-7E79-0952-AF4C6A614000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16CD3AC-CC76-8555-8E6F-C480301CF8B9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24A05F7-5B34-541E-2738-B83DA06E5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658599" y="890016"/>
            <a:ext cx="0" cy="51705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9BB1C6E-F2CD-1DED-4142-D52223351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0436" y="6223933"/>
            <a:ext cx="89941" cy="314793"/>
            <a:chOff x="5538866" y="1851285"/>
            <a:chExt cx="89941" cy="314793"/>
          </a:xfrm>
          <a:noFill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C2674DE-70B7-1DB1-C9EA-ECDEDE00980F}"/>
                </a:ext>
              </a:extLst>
            </p:cNvPr>
            <p:cNvSpPr/>
            <p:nvPr userDrawn="1"/>
          </p:nvSpPr>
          <p:spPr>
            <a:xfrm>
              <a:off x="5538866" y="1851285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7F3A17F-5078-CA09-1C2A-A278DF540EB2}"/>
                </a:ext>
              </a:extLst>
            </p:cNvPr>
            <p:cNvSpPr/>
            <p:nvPr userDrawn="1"/>
          </p:nvSpPr>
          <p:spPr>
            <a:xfrm>
              <a:off x="5538866" y="2076137"/>
              <a:ext cx="89941" cy="8994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3A4E705D-525A-81AA-338A-E8C4405F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2009849" y="3308393"/>
            <a:ext cx="5170509" cy="333752"/>
          </a:xfrm>
        </p:spPr>
        <p:txBody>
          <a:bodyPr/>
          <a:lstStyle>
            <a:lvl1pPr algn="ctr">
              <a:defRPr cap="all" baseline="0">
                <a:solidFill>
                  <a:schemeClr val="bg1"/>
                </a:solidFill>
                <a:latin typeface="+mn-lt"/>
                <a:ea typeface="Dotum" panose="020B0600000101010101" pitchFamily="34" charset="-127"/>
                <a:cs typeface="Mangal" panose="02040503050203030202" pitchFamily="18" charset="0"/>
              </a:defRPr>
            </a:lvl1pPr>
          </a:lstStyle>
          <a:p>
            <a:r>
              <a:rPr lang="en-US"/>
              <a:t>Click to add Footer</a:t>
            </a:r>
          </a:p>
        </p:txBody>
      </p:sp>
      <p:sp>
        <p:nvSpPr>
          <p:cNvPr id="2" name="Picture Placeholder 11" descr="picture placeholder">
            <a:extLst>
              <a:ext uri="{FF2B5EF4-FFF2-40B4-BE49-F238E27FC236}">
                <a16:creationId xmlns:a16="http://schemas.microsoft.com/office/drawing/2014/main" id="{C74EC289-9E3B-2A85-FFCE-107B0E3B58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4441" y="2187388"/>
            <a:ext cx="5863703" cy="4670613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  <a:ea typeface="Dotum" panose="020B0600000101010101" pitchFamily="34" charset="-127"/>
              </a:defRPr>
            </a:lvl1pPr>
          </a:lstStyle>
          <a:p>
            <a:endParaRPr lang="en-US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BEAF734-7706-B3C3-A222-4374E6E420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93448" y="3156285"/>
            <a:ext cx="3733521" cy="3292500"/>
          </a:xfrm>
        </p:spPr>
        <p:txBody>
          <a:bodyPr lIns="0" tIns="0" rIns="0" bIns="0"/>
          <a:lstStyle>
            <a:lvl1pPr marL="0" indent="0" algn="l">
              <a:buClr>
                <a:schemeClr val="bg1"/>
              </a:buClr>
              <a:buFont typeface="Courier New" panose="02070309020205020404" pitchFamily="49" charset="0"/>
              <a:buNone/>
              <a:defRPr sz="4800" b="0" i="0" u="sng">
                <a:solidFill>
                  <a:schemeClr val="accent1"/>
                </a:solidFill>
                <a:latin typeface="+mj-lt"/>
                <a:cs typeface="Mangal" panose="02040503050203030202" pitchFamily="18" charset="0"/>
              </a:defRPr>
            </a:lvl1pPr>
            <a:lvl2pPr marL="4572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2pPr>
            <a:lvl3pPr marL="9144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3pPr>
            <a:lvl4pPr marL="13716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4pPr>
            <a:lvl5pPr marL="1828800" indent="0" algn="l">
              <a:buClr>
                <a:schemeClr val="bg1"/>
              </a:buClr>
              <a:buFont typeface="Courier New" panose="02070309020205020404" pitchFamily="49" charset="0"/>
              <a:buNone/>
              <a:defRPr sz="3200" b="0" i="0">
                <a:solidFill>
                  <a:schemeClr val="bg1"/>
                </a:solidFill>
                <a:latin typeface="+mn-lt"/>
                <a:cs typeface="Mangal" panose="02040503050203030202" pitchFamily="18" charset="0"/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792EFA-4352-DAB4-158E-53F26C8A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350" y="6243403"/>
            <a:ext cx="720499" cy="279400"/>
          </a:xfrm>
        </p:spPr>
        <p:txBody>
          <a:bodyPr/>
          <a:lstStyle>
            <a:lvl1pPr algn="ctr">
              <a:defRPr sz="2800" b="1" i="1">
                <a:solidFill>
                  <a:schemeClr val="bg1"/>
                </a:solidFill>
                <a:latin typeface="+mj-lt"/>
                <a:ea typeface="MS PMincho" panose="02020600040205080304" pitchFamily="18" charset="-128"/>
                <a:cs typeface="Mangal" panose="02040503050203030202" pitchFamily="18" charset="0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46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7865" y="2565736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r>
              <a:rPr lang="en-US"/>
              <a:t>DIGITAL TIME CAPSULE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425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8" r:id="rId1"/>
    <p:sldLayoutId id="2147484209" r:id="rId2"/>
    <p:sldLayoutId id="2147484210" r:id="rId3"/>
    <p:sldLayoutId id="2147484211" r:id="rId4"/>
    <p:sldLayoutId id="2147484212" r:id="rId5"/>
    <p:sldLayoutId id="2147484200" r:id="rId6"/>
    <p:sldLayoutId id="2147484213" r:id="rId7"/>
    <p:sldLayoutId id="2147484214" r:id="rId8"/>
    <p:sldLayoutId id="2147484215" r:id="rId9"/>
    <p:sldLayoutId id="2147484216" r:id="rId10"/>
    <p:sldLayoutId id="2147484217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all" baseline="0">
          <a:ln w="3175" cmpd="sng"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1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24F4B-7E15-DA94-0B72-B30AB9BC4C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964525" y="721517"/>
            <a:ext cx="5161563" cy="425965"/>
          </a:xfrm>
        </p:spPr>
        <p:txBody>
          <a:bodyPr/>
          <a:lstStyle/>
          <a:p>
            <a:pPr algn="ctr"/>
            <a:r>
              <a:rPr lang="en-US" altLang="zh-CN" sz="2800" dirty="0"/>
              <a:t> IMPACT ON SOFTWARE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2BB80-52DA-35FC-BB78-E928422965F3}"/>
              </a:ext>
            </a:extLst>
          </p:cNvPr>
          <p:cNvSpPr txBox="1"/>
          <p:nvPr/>
        </p:nvSpPr>
        <p:spPr>
          <a:xfrm>
            <a:off x="2964525" y="1334384"/>
            <a:ext cx="62629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Rust improves software safety, security, and reliability compared to C and C++.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It prevents many common memory errors, reducing debugging and security risks.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Mozilla uses Rust in parts of Firefox, while C++ remains popular in game development.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Overall, both Rust and C++ remain important depending on the project's needs.</a:t>
            </a:r>
          </a:p>
        </p:txBody>
      </p:sp>
    </p:spTree>
    <p:extLst>
      <p:ext uri="{BB962C8B-B14F-4D97-AF65-F5344CB8AC3E}">
        <p14:creationId xmlns:p14="http://schemas.microsoft.com/office/powerpoint/2010/main" val="1373480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A9AD6-B9A0-84FA-1D6A-C3E7536CD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ADDA04-8C7E-F653-3C45-697BCE5345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964525" y="721517"/>
            <a:ext cx="5161563" cy="425965"/>
          </a:xfrm>
        </p:spPr>
        <p:txBody>
          <a:bodyPr/>
          <a:lstStyle/>
          <a:p>
            <a:pPr algn="ctr"/>
            <a:r>
              <a:rPr lang="en-US" altLang="zh-CN" sz="2800" dirty="0"/>
              <a:t> IMPACT ON SOFTWARE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E1E1A4-1734-E458-B8FC-EFB140D6D3E1}"/>
              </a:ext>
            </a:extLst>
          </p:cNvPr>
          <p:cNvSpPr txBox="1"/>
          <p:nvPr/>
        </p:nvSpPr>
        <p:spPr>
          <a:xfrm>
            <a:off x="2964525" y="1334384"/>
            <a:ext cx="62629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Rust improves software safety, security, and reliability compared to C and C++.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It prevents many common memory errors, reducing debugging and security risks.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Mozilla uses Rust in parts of Firefox, while C++ remains popular in game development.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Overall, both Rust and C++ remain important depending on the project's needs.</a:t>
            </a:r>
          </a:p>
        </p:txBody>
      </p:sp>
    </p:spTree>
    <p:extLst>
      <p:ext uri="{BB962C8B-B14F-4D97-AF65-F5344CB8AC3E}">
        <p14:creationId xmlns:p14="http://schemas.microsoft.com/office/powerpoint/2010/main" val="32176193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ustom">
  <a:themeElements>
    <a:clrScheme name="TM66931312">
      <a:dk1>
        <a:srgbClr val="000000"/>
      </a:dk1>
      <a:lt1>
        <a:srgbClr val="FFFFFF"/>
      </a:lt1>
      <a:dk2>
        <a:srgbClr val="212121"/>
      </a:dk2>
      <a:lt2>
        <a:srgbClr val="DADADA"/>
      </a:lt2>
      <a:accent1>
        <a:srgbClr val="FF0000"/>
      </a:accent1>
      <a:accent2>
        <a:srgbClr val="F5EFE7"/>
      </a:accent2>
      <a:accent3>
        <a:srgbClr val="7B49E1"/>
      </a:accent3>
      <a:accent4>
        <a:srgbClr val="9AD7C7"/>
      </a:accent4>
      <a:accent5>
        <a:srgbClr val="237BFB"/>
      </a:accent5>
      <a:accent6>
        <a:srgbClr val="E9D7E7"/>
      </a:accent6>
      <a:hlink>
        <a:srgbClr val="FFFF00"/>
      </a:hlink>
      <a:folHlink>
        <a:srgbClr val="6BF0CD"/>
      </a:folHlink>
    </a:clrScheme>
    <a:fontScheme name="Custom 60">
      <a:majorFont>
        <a:latin typeface="MS PMincho"/>
        <a:ea typeface=""/>
        <a:cs typeface=""/>
      </a:majorFont>
      <a:minorFont>
        <a:latin typeface="Mangal"/>
        <a:ea typeface=""/>
        <a:cs typeface="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931312_Win32_SL_V3" id="{95AE7881-AB7F-4307-BAFF-D002B22B1082}" vid="{F008C54E-045F-456B-B872-F8E3CAF310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69CA4D2-B95E-49C0-A306-875863A41141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05E4DA4-E494-46AA-9E36-29155C1433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296157-C082-4829-A89B-8A5ED50B6587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128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MS PMincho</vt:lpstr>
      <vt:lpstr>Arial</vt:lpstr>
      <vt:lpstr>Calibri</vt:lpstr>
      <vt:lpstr>Courier New</vt:lpstr>
      <vt:lpstr>Mangal</vt:lpstr>
      <vt:lpstr>Wingdings</vt:lpstr>
      <vt:lpstr>Custom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Muhammed Awwal Alimi</cp:lastModifiedBy>
  <cp:revision>2</cp:revision>
  <dcterms:created xsi:type="dcterms:W3CDTF">2026-10-19T23:12:33Z</dcterms:created>
  <dcterms:modified xsi:type="dcterms:W3CDTF">2026-10-20T23:27:16Z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