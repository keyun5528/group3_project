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7"/>
  </p:notesMasterIdLst>
  <p:handoutMasterIdLst>
    <p:handoutMasterId r:id="rId8"/>
  </p:handoutMasterIdLst>
  <p:sldIdLst>
    <p:sldId id="332" r:id="rId5"/>
    <p:sldId id="34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" dt="2026-10-21T23:47:06.583"/>
    <p1510:client id="{0B2DEEE2-1A75-94AD-B03C-C8DEE4B2F204}" v="39" dt="2026-10-21T23:45:25.912"/>
    <p1510:client id="{67FC2CFD-4B37-5F70-6177-18CD0445DD06}" v="73" dt="2026-10-21T23:30:25.410"/>
    <p1510:client id="{836637E6-2E8B-42A9-888F-B232D458D2D5}" v="1" dt="2026-10-21T22:25:47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5E16D3-4028-AA0C-A7D9-8AB40A05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084" y="890015"/>
            <a:ext cx="4201067" cy="1938529"/>
          </a:xfrm>
        </p:spPr>
        <p:txBody>
          <a:bodyPr/>
          <a:lstStyle/>
          <a:p>
            <a:r>
              <a:rPr lang="en-US"/>
              <a:t>Challenges of Adopting Rust</a:t>
            </a:r>
          </a:p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79044-2F18-3B35-893C-0B36C71E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Sources: Rust Project (2025), Rust Foundation (2025)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EA95D66-07D4-B718-7442-747FF0943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28305" y="2564085"/>
            <a:ext cx="4448127" cy="3505581"/>
          </a:xfrm>
        </p:spPr>
        <p:txBody>
          <a:bodyPr/>
          <a:lstStyle/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Steep learning curve:</a:t>
            </a:r>
            <a:r>
              <a:rPr lang="en-US" sz="1600">
                <a:ea typeface="+mn-lt"/>
                <a:cs typeface="+mn-lt"/>
              </a:rPr>
              <a:t> Rust's ownership and borrowing rules require new skills.</a:t>
            </a:r>
            <a:endParaRPr lang="en-US" sz="1600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Legacy code compatibility:</a:t>
            </a:r>
            <a:r>
              <a:rPr lang="en-US" sz="1600">
                <a:ea typeface="+mn-lt"/>
                <a:cs typeface="+mn-lt"/>
              </a:rPr>
              <a:t> Integrating Rust with existing C/C++ systems is complex.</a:t>
            </a:r>
            <a:endParaRPr lang="en-US" sz="1600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Migration costs:</a:t>
            </a:r>
            <a:r>
              <a:rPr lang="en-US" sz="1600">
                <a:ea typeface="+mn-lt"/>
                <a:cs typeface="+mn-lt"/>
              </a:rPr>
              <a:t> Rewriting large codebases requires time, resources, and extensive testing.</a:t>
            </a:r>
            <a:endParaRPr lang="en-US" sz="1600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Not completely risk-free: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>
                <a:latin typeface="Mangal"/>
                <a:cs typeface="Mangal"/>
              </a:rPr>
              <a:t>unsafe</a:t>
            </a:r>
            <a:r>
              <a:rPr lang="en-US" sz="1600">
                <a:ea typeface="+mn-lt"/>
                <a:cs typeface="+mn-lt"/>
              </a:rPr>
              <a:t> Rust and integration boundaries still require careful review.</a:t>
            </a:r>
            <a:endParaRPr lang="en-US" sz="160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F894F10-B73F-DC9C-DDA5-71E8A694E3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9667" b="966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5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1FC83-A0EF-F387-9E69-BC321F6B8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8E7A23-8B3C-D600-7E9E-01A748D2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0" y="596200"/>
            <a:ext cx="5509742" cy="2980676"/>
          </a:xfrm>
        </p:spPr>
        <p:txBody>
          <a:bodyPr/>
          <a:lstStyle/>
          <a:p>
            <a:r>
              <a:rPr lang="en-US" dirty="0"/>
              <a:t>Future Outlook: A Safer Industry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91B10-273B-3F1A-9AE7-F69D3690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Sources: Google Security (2025),</a:t>
            </a:r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A225F06-A03D-E0E4-3286-E9BC8E9BF5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8952" y="3057557"/>
            <a:ext cx="5354744" cy="2630549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Growing industry adoption:</a:t>
            </a:r>
            <a:r>
              <a:rPr lang="en-US" sz="1600">
                <a:ea typeface="+mn-lt"/>
                <a:cs typeface="+mn-lt"/>
              </a:rPr>
              <a:t> Android and Linux are integrating Rust into systems development.</a:t>
            </a:r>
            <a:endParaRPr lang="en-US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Security-driven development:</a:t>
            </a:r>
            <a:r>
              <a:rPr lang="en-US" sz="1600">
                <a:ea typeface="+mn-lt"/>
                <a:cs typeface="+mn-lt"/>
              </a:rPr>
              <a:t> Memory safety is becoming a major engineering priority.</a:t>
            </a:r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Gradual migration:</a:t>
            </a:r>
            <a:r>
              <a:rPr lang="en-US" sz="1600">
                <a:ea typeface="+mn-lt"/>
                <a:cs typeface="+mn-lt"/>
              </a:rPr>
              <a:t> Rust and C/C++ will coexist in many existing systems.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E2AA62-0546-A9C9-91A9-302A5C6E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214D40-48F8-6CF5-C003-E16770F61A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14394" y="4314098"/>
            <a:ext cx="3456282" cy="1296716"/>
          </a:xfrm>
        </p:spPr>
        <p:txBody>
          <a:bodyPr/>
          <a:lstStyle/>
          <a:p>
            <a:pPr algn="just"/>
            <a:r>
              <a:rPr lang="en-US" sz="1600">
                <a:ea typeface="+mj-lt"/>
                <a:cs typeface="+mj-lt"/>
              </a:rPr>
              <a:t>Google's 2025 Android security analysis reported that Rust had an estimated memory-safety vulnerability density more than 1,000 times lower than its historical C/C++ code.</a:t>
            </a:r>
            <a:endParaRPr lang="en-US" sz="1600">
              <a:ea typeface="MS PMincho"/>
            </a:endParaRPr>
          </a:p>
          <a:p>
            <a:pPr algn="just"/>
            <a:endParaRPr lang="en-US" sz="1600">
              <a:ea typeface="MS PMinch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DD8C4-997E-90EB-F9DF-B2A33153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26" t="17857" r="17851" b="19989"/>
          <a:stretch>
            <a:fillRect/>
          </a:stretch>
        </p:blipFill>
        <p:spPr>
          <a:xfrm>
            <a:off x="7109573" y="1073598"/>
            <a:ext cx="4189347" cy="264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74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9CA4D2-B95E-49C0-A306-875863A411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9296157-C082-4829-A89B-8A5ED50B6587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05E4DA4-E494-46AA-9E36-29155C1433E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Custom</vt:lpstr>
      <vt:lpstr>Challenges of Adopting Rust </vt:lpstr>
      <vt:lpstr>Future Outlook: A Safer Industry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2026-10-19T23:12:33Z</dcterms:created>
  <dcterms:modified xsi:type="dcterms:W3CDTF">2026-10-21T23:47:12Z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