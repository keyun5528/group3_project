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7"/>
  </p:notesMasterIdLst>
  <p:handoutMasterIdLst>
    <p:handoutMasterId r:id="rId8"/>
  </p:handoutMasterIdLst>
  <p:sldIdLst>
    <p:sldId id="342" r:id="rId5"/>
    <p:sldId id="34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941832"/>
            <a:ext cx="96012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200" b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103120"/>
            <a:ext cx="987552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 dirty="0">
                <a:solidFill>
                  <a:srgbClr val="EF682B"/>
                </a:solidFill>
              </a:rPr>
              <a:t>EVOLUTION, NOT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542032"/>
            <a:ext cx="9509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</a:rPr>
              <a:t>Rust complements C/C++ rather than replacing them overnight.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37560"/>
            <a:ext cx="987552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EF682B"/>
                </a:solidFill>
              </a:rPr>
              <a:t>MEMORY SAFETY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76472"/>
            <a:ext cx="9509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</a:rPr>
              <a:t>Rust prevents many memory vulnerabilities at compile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987552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EF682B"/>
                </a:solidFill>
              </a:rPr>
              <a:t>A SAFER DIGITAL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010912"/>
            <a:ext cx="9509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</a:rPr>
              <a:t>Building more secure and reliable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6007608"/>
            <a:ext cx="192024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685800"/>
            <a:ext cx="9875520" cy="630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100" b="0">
                <a:solidFill>
                  <a:srgbClr val="FFFFFF"/>
                </a:solidFill>
                <a:latin typeface="+mj-lt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64208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EF682B"/>
                </a:solidFill>
              </a:rPr>
              <a:t>01  The Linux Kernel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993392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Rust.  https://docs.kernel.org/rust/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23744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02  Cybersecurity and Infrastructure Security Agency (2023)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52927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The Case for Memory Safe Roadmaps.  https://www.cisa.gov/resources-tools/resources/case-memory-safe-roadmaps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03  The Rust Project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12464"/>
            <a:ext cx="9966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Evaluate Approaches for Seamless Interop Between C++ and Rust.  https://goals.rust-lang.org/2025h1/seamless-rust-cpp.html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42816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04  Google Security Blog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Rust in Android: Move Fast and Fix Things.  https://blog.google/security/rust-in-android-move-fast-fix-things/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102352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05  Windows Latest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431536"/>
            <a:ext cx="9966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CFCFCF"/>
                </a:solidFill>
              </a:rPr>
              <a:t>Microsoft and Rust adoption / code migration research.  https://www.windowslatest.com/2025/12/24/microsoft-confirms-eliminate-c-and-c-plan-translate-code-to-rust-using-ai-as-windows-11-adopts-rust-and-webview2/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296157-C082-4829-A89B-8A5ED50B6587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69CA4D2-B95E-49C0-A306-875863A411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176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MS PMincho</vt:lpstr>
      <vt:lpstr>Arial</vt:lpstr>
      <vt:lpstr>Calibri</vt:lpstr>
      <vt:lpstr>Courier New</vt:lpstr>
      <vt:lpstr>Mangal</vt:lpstr>
      <vt:lpstr>Custom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 Fatima Hagle-Umer</dc:creator>
  <cp:lastModifiedBy>Muhammad Umer</cp:lastModifiedBy>
  <cp:revision>7</cp:revision>
  <dcterms:created xsi:type="dcterms:W3CDTF">2026-10-19T23:12:33Z</dcterms:created>
  <dcterms:modified xsi:type="dcterms:W3CDTF">2026-10-22T01:08:54Z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