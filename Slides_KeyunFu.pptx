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168" r:id="rId4"/>
  </p:sldMasterIdLst>
  <p:notesMasterIdLst>
    <p:notesMasterId r:id="rId7"/>
  </p:notesMasterIdLst>
  <p:handoutMasterIdLst>
    <p:handoutMasterId r:id="rId8"/>
  </p:handoutMasterIdLst>
  <p:sldIdLst>
    <p:sldId id="329" r:id="rId5"/>
    <p:sldId id="33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17" autoAdjust="0"/>
    <p:restoredTop sz="85316" autoAdjust="0"/>
  </p:normalViewPr>
  <p:slideViewPr>
    <p:cSldViewPr snapToGrid="0">
      <p:cViewPr varScale="1">
        <p:scale>
          <a:sx n="160" d="100"/>
          <a:sy n="160" d="100"/>
        </p:scale>
        <p:origin x="306" y="1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4CB405-BC11-414E-B0F4-9E1C4642FE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1A09E4-E76E-43B1-9270-846FE19D3E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0A57E1-CEB3-4C96-B7C6-36B0FA3064E4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91962-6490-4685-B760-76A1628AD5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697A7F-1461-4B81-83F2-8C494CFB80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D51C3-EABD-4553-9DC0-81CFC2A7F3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461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1BBD7-2276-4DDA-BFFE-26CAACEE5E98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279F17-7BA4-49BC-BB37-7F646CF8D2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740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79F17-7BA4-49BC-BB37-7F646CF8D2F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891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ED748D9-6073-DA29-847A-6A6C39D6A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3" t="45170" r="17078" b="17468"/>
          <a:stretch/>
        </p:blipFill>
        <p:spPr>
          <a:xfrm rot="10800000">
            <a:off x="-2" y="0"/>
            <a:ext cx="6300593" cy="23047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</a:extLst>
          </p:cNvPr>
          <p:cNvGrpSpPr/>
          <p:nvPr userDrawn="1"/>
        </p:nvGrpSpPr>
        <p:grpSpPr>
          <a:xfrm>
            <a:off x="11613628" y="319274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C41695A2-5AD2-67EB-7D51-A56C0DCF1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772" y="1793289"/>
            <a:ext cx="3010925" cy="3373515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80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423228AD-A556-C433-B2EA-87D97B6FF6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2975" y="3086826"/>
            <a:ext cx="5667049" cy="2079978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47038-27D1-FF6B-7831-F79C0B1035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2" t="45170" r="19778" b="17468"/>
          <a:stretch/>
        </p:blipFill>
        <p:spPr>
          <a:xfrm>
            <a:off x="6096001" y="4549953"/>
            <a:ext cx="6096000" cy="23047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4392963-F9C3-8CCC-D239-15D7A4074039}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602030E-DB17-B78E-57D1-2DE77370C0A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78C2D1A-F468-13E2-E0B2-A616C5D32D07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6D1E3C-605D-AD1A-9356-148E871C2D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2976" y="1793289"/>
            <a:ext cx="5658458" cy="1127125"/>
          </a:xfrm>
        </p:spPr>
        <p:txBody>
          <a:bodyPr lIns="0" tIns="0" rIns="0" b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cap="all" baseline="0">
                <a:solidFill>
                  <a:schemeClr val="bg1"/>
                </a:solidFill>
              </a:defRPr>
            </a:lvl2pPr>
            <a:lvl3pPr marL="914400" indent="0">
              <a:buNone/>
              <a:defRPr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845572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ED748D9-6073-DA29-847A-6A6C39D6A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3" t="45170" r="17078" b="17468"/>
          <a:stretch/>
        </p:blipFill>
        <p:spPr>
          <a:xfrm rot="10800000">
            <a:off x="-2" y="0"/>
            <a:ext cx="6300593" cy="23047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</a:extLst>
          </p:cNvPr>
          <p:cNvGrpSpPr/>
          <p:nvPr userDrawn="1"/>
        </p:nvGrpSpPr>
        <p:grpSpPr>
          <a:xfrm>
            <a:off x="11613628" y="319274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C41695A2-5AD2-67EB-7D51-A56C0DCF1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0925" y="1582977"/>
            <a:ext cx="3978939" cy="1946607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80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47038-27D1-FF6B-7831-F79C0B1035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2" t="45170" r="19778" b="17468"/>
          <a:stretch/>
        </p:blipFill>
        <p:spPr>
          <a:xfrm>
            <a:off x="6096001" y="4549953"/>
            <a:ext cx="6096000" cy="23047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4392963-F9C3-8CCC-D239-15D7A4074039}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602030E-DB17-B78E-57D1-2DE77370C0A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78C2D1A-F468-13E2-E0B2-A616C5D32D07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6D1E3C-605D-AD1A-9356-148E871C2D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9512" y="2347118"/>
            <a:ext cx="5161563" cy="2304791"/>
          </a:xfrm>
        </p:spPr>
        <p:txBody>
          <a:bodyPr lIns="0" tIns="0" rIns="0" bIns="0" anchor="ctr"/>
          <a:lstStyle>
            <a:lvl1pPr marL="0" indent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8000" cap="all" spc="-15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cap="all" baseline="0">
                <a:solidFill>
                  <a:schemeClr val="bg1"/>
                </a:solidFill>
              </a:defRPr>
            </a:lvl2pPr>
            <a:lvl3pPr marL="914400" indent="0">
              <a:buNone/>
              <a:defRPr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7BC5E0-03EB-A193-1303-34484219ED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2614" y="5010341"/>
            <a:ext cx="9501187" cy="1139447"/>
          </a:xfrm>
        </p:spPr>
        <p:txBody>
          <a:bodyPr/>
          <a:lstStyle>
            <a:lvl1pPr marL="0" indent="0" algn="ctr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705679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032" y="608075"/>
            <a:ext cx="10061455" cy="644653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0827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Picture Placeholder 11" descr="picture placeholder">
            <a:extLst>
              <a:ext uri="{FF2B5EF4-FFF2-40B4-BE49-F238E27FC236}">
                <a16:creationId xmlns:a16="http://schemas.microsoft.com/office/drawing/2014/main" id="{BDEA8563-2200-B57E-810F-41DD854A672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690863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D97174A-CD7A-C701-0CE9-02D5F895EF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0864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630D9652-C4A0-E049-3F65-924827826FE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88558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99B6060F-8C38-5C36-BCF1-620E2F4AF9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8559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539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,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84" y="890015"/>
            <a:ext cx="3091684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"/>
            <a:ext cx="4785234" cy="685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36834" y="3438143"/>
            <a:ext cx="3439598" cy="2631523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891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007489C8-C2F6-7874-81E6-FAF3CB72CD3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782575" y="1634085"/>
            <a:ext cx="2941845" cy="31912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9075" y="560048"/>
            <a:ext cx="4622471" cy="2384319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A41ABB58-FB44-EE86-1061-E95F873917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79076" y="3089598"/>
            <a:ext cx="3577916" cy="49377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 cap="all" baseline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9076" y="3631142"/>
            <a:ext cx="2721367" cy="2631523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8C33102-C0D9-31A0-A7A1-2BAC395320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05640" y="5285084"/>
            <a:ext cx="3095716" cy="93929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93024" y="1634086"/>
            <a:ext cx="2941845" cy="31912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F5D171A2-DD04-FA64-A705-BE5D0C937E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16088" y="5285084"/>
            <a:ext cx="3095716" cy="93929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08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20493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D1BC8852-D44A-D95C-9A79-F92DD4EC2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2131" y="425139"/>
            <a:ext cx="3164770" cy="2403406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08E62040-BF32-845C-9224-98B69005FC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2130" y="3075681"/>
            <a:ext cx="3164764" cy="1376398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Picture Placeholder 11" descr="picture placeholder">
            <a:extLst>
              <a:ext uri="{FF2B5EF4-FFF2-40B4-BE49-F238E27FC236}">
                <a16:creationId xmlns:a16="http://schemas.microsoft.com/office/drawing/2014/main" id="{7D19173E-BF72-7982-B9A1-FE487C1188D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242131" y="4721601"/>
            <a:ext cx="3522392" cy="213639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3" name="Picture Placeholder 11" descr="picture placeholder">
            <a:extLst>
              <a:ext uri="{FF2B5EF4-FFF2-40B4-BE49-F238E27FC236}">
                <a16:creationId xmlns:a16="http://schemas.microsoft.com/office/drawing/2014/main" id="{D51C203A-3A92-6BC5-A236-DBB70B517E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921959" y="1"/>
            <a:ext cx="3925538" cy="2933008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1" descr="picture placeholder">
            <a:extLst>
              <a:ext uri="{FF2B5EF4-FFF2-40B4-BE49-F238E27FC236}">
                <a16:creationId xmlns:a16="http://schemas.microsoft.com/office/drawing/2014/main" id="{BA8C2200-B8F4-7A2E-4F97-B31B53D38A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921959" y="3082045"/>
            <a:ext cx="2262279" cy="1465065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6290D66C-EBB5-C620-E71D-0FBB89C5576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21959" y="4721601"/>
            <a:ext cx="2262279" cy="213639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4" name="Picture Placeholder 11" descr="picture placeholder">
            <a:extLst>
              <a:ext uri="{FF2B5EF4-FFF2-40B4-BE49-F238E27FC236}">
                <a16:creationId xmlns:a16="http://schemas.microsoft.com/office/drawing/2014/main" id="{4AAF9077-F4CB-6EB4-F15E-CA235E89EB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96534" y="335197"/>
            <a:ext cx="2301704" cy="259781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5" name="Picture Placeholder 11" descr="picture placeholder">
            <a:extLst>
              <a:ext uri="{FF2B5EF4-FFF2-40B4-BE49-F238E27FC236}">
                <a16:creationId xmlns:a16="http://schemas.microsoft.com/office/drawing/2014/main" id="{720F3E71-0F7F-4FA9-5236-34EDD2EEC73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37475" y="3082045"/>
            <a:ext cx="4854525" cy="297847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58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8004" y="890011"/>
            <a:ext cx="10963996" cy="517051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9F0849-FB1F-B511-68E2-73CBF63D60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196" y="649990"/>
            <a:ext cx="10126933" cy="425138"/>
          </a:xfrm>
        </p:spPr>
        <p:txBody>
          <a:bodyPr lIns="0" tIns="0" rIns="0" bIns="0" anchor="t"/>
          <a:lstStyle>
            <a:lvl1pPr algn="l">
              <a:lnSpc>
                <a:spcPct val="75000"/>
              </a:lnSpc>
              <a:defRPr sz="4800" b="0" i="0" spc="-15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27A013-657B-B1EA-05D7-FCFD2EA6E6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2406" y="5856042"/>
            <a:ext cx="10126918" cy="425138"/>
          </a:xfrm>
        </p:spPr>
        <p:txBody>
          <a:bodyPr lIns="0" tIns="0" rIns="0" bIns="0"/>
          <a:lstStyle>
            <a:lvl1pPr marL="0" indent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480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</a:defRPr>
            </a:lvl1pPr>
            <a:lvl2pPr marL="4572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2pPr>
            <a:lvl3pPr marL="9144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3pPr>
            <a:lvl4pPr marL="13716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4pPr>
            <a:lvl5pPr marL="18288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764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title, Picture,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84" y="890015"/>
            <a:ext cx="3091684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"/>
            <a:ext cx="4785234" cy="685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1F475-EF10-D813-0860-75BE8B40BFC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6835" y="3429000"/>
            <a:ext cx="3439596" cy="434975"/>
          </a:xfrm>
        </p:spPr>
        <p:txBody>
          <a:bodyPr lIns="0" r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36834" y="4083247"/>
            <a:ext cx="3439598" cy="2040209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98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and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9581" y="2160494"/>
            <a:ext cx="6058564" cy="4697507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6150" y="596200"/>
            <a:ext cx="4758948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BEAF734-7706-B3C3-A222-4374E6E420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04041" y="900724"/>
            <a:ext cx="3439597" cy="2392155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5745" y="3292881"/>
            <a:ext cx="2967893" cy="2238343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7E41109A-8BEA-FEB0-7ED8-F6C1DB5D4B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4041" y="5703628"/>
            <a:ext cx="3523517" cy="35542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j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95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with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032" y="608075"/>
            <a:ext cx="10061455" cy="644653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27C4070-4CFF-FDA7-C0F7-167D09EE79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3710" y="1288398"/>
            <a:ext cx="10071100" cy="466725"/>
          </a:xfrm>
        </p:spPr>
        <p:txBody>
          <a:bodyPr lIns="0" r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00853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2783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Picture Placeholder 11" descr="picture placeholder">
            <a:extLst>
              <a:ext uri="{FF2B5EF4-FFF2-40B4-BE49-F238E27FC236}">
                <a16:creationId xmlns:a16="http://schemas.microsoft.com/office/drawing/2014/main" id="{6056702D-014D-8146-A1CF-42D52C1D1B0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42912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D97174A-CD7A-C701-0CE9-02D5F895EF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42917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Picture Placeholder 11" descr="picture placeholder">
            <a:extLst>
              <a:ext uri="{FF2B5EF4-FFF2-40B4-BE49-F238E27FC236}">
                <a16:creationId xmlns:a16="http://schemas.microsoft.com/office/drawing/2014/main" id="{1AE62733-AF33-D10E-D484-04859AC2A44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03793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99B6060F-8C38-5C36-BCF1-620E2F4AF9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03798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63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370" y="613839"/>
            <a:ext cx="4833725" cy="1713677"/>
          </a:xfrm>
        </p:spPr>
        <p:txBody>
          <a:bodyPr lIns="0" tIns="0" rIns="0" bIns="0" anchor="t"/>
          <a:lstStyle>
            <a:lvl1pPr algn="l">
              <a:lnSpc>
                <a:spcPct val="75000"/>
              </a:lnSpc>
              <a:defRPr sz="4800" b="0" i="0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64441" y="2187388"/>
            <a:ext cx="5863703" cy="4670613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BEAF734-7706-B3C3-A222-4374E6E420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93448" y="3156285"/>
            <a:ext cx="3733521" cy="3292500"/>
          </a:xfrm>
        </p:spPr>
        <p:txBody>
          <a:bodyPr lIns="0" tIns="0" rIns="0" bIns="0"/>
          <a:lstStyle>
            <a:lvl1pPr marL="0" indent="0" algn="l">
              <a:buClr>
                <a:schemeClr val="bg1"/>
              </a:buClr>
              <a:buFont typeface="Courier New" panose="02070309020205020404" pitchFamily="49" charset="0"/>
              <a:buNone/>
              <a:defRPr sz="4800" b="0" i="0" u="sng">
                <a:solidFill>
                  <a:schemeClr val="accent1"/>
                </a:solidFill>
                <a:latin typeface="+mj-lt"/>
                <a:cs typeface="Mangal" panose="02040503050203030202" pitchFamily="18" charset="0"/>
              </a:defRPr>
            </a:lvl1pPr>
            <a:lvl2pPr marL="4572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746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7865" y="2565736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r>
              <a:rPr lang="en-US" dirty="0"/>
              <a:t>DIGITAL TIME CAPSULE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425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8" r:id="rId1"/>
    <p:sldLayoutId id="2147484209" r:id="rId2"/>
    <p:sldLayoutId id="2147484210" r:id="rId3"/>
    <p:sldLayoutId id="2147484211" r:id="rId4"/>
    <p:sldLayoutId id="2147484212" r:id="rId5"/>
    <p:sldLayoutId id="2147484200" r:id="rId6"/>
    <p:sldLayoutId id="2147484213" r:id="rId7"/>
    <p:sldLayoutId id="2147484214" r:id="rId8"/>
    <p:sldLayoutId id="2147484215" r:id="rId9"/>
    <p:sldLayoutId id="2147484216" r:id="rId10"/>
    <p:sldLayoutId id="2147484217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all" baseline="0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1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jfif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15209-551F-6EC1-A54B-79D9B460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33" y="1954305"/>
            <a:ext cx="3328895" cy="965346"/>
          </a:xfrm>
        </p:spPr>
        <p:txBody>
          <a:bodyPr/>
          <a:lstStyle/>
          <a:p>
            <a:r>
              <a:rPr lang="en-CA" sz="3600" dirty="0"/>
              <a:t>introduction</a:t>
            </a:r>
            <a:endParaRPr lang="en-US" sz="36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92B905E-EA68-5F8C-668B-1F8C80EAD2E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4757420" y="536963"/>
            <a:ext cx="4792979" cy="301349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41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6CFB7D-69A4-B016-AF88-4C75AE610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7407" y="2412482"/>
            <a:ext cx="923609" cy="9236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50B8FCE-69A9-9B12-FD70-FC7B089659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7407" y="1642688"/>
            <a:ext cx="986085" cy="5908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D4FD578-B4D1-98B2-304B-D6998F13B2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7138" y="692954"/>
            <a:ext cx="770822" cy="7708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87EC302-AA52-F9C9-5B61-5A889EBFC3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1637" y="1056235"/>
            <a:ext cx="838302" cy="83830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BE26EF4-7F95-0BF9-8877-A4F340D345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1002" y="1884196"/>
            <a:ext cx="838302" cy="838302"/>
          </a:xfrm>
          <a:prstGeom prst="rect">
            <a:avLst/>
          </a:prstGeom>
        </p:spPr>
      </p:pic>
      <p:pic>
        <p:nvPicPr>
          <p:cNvPr id="21" name="Picture 20" descr="Couple of arrows changing places - Free arrows icons">
            <a:extLst>
              <a:ext uri="{FF2B5EF4-FFF2-40B4-BE49-F238E27FC236}">
                <a16:creationId xmlns:a16="http://schemas.microsoft.com/office/drawing/2014/main" id="{E9343EB1-44D6-A979-07C6-67B28710B794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509512" y="1642688"/>
            <a:ext cx="838301" cy="64575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ACFACF1-4D14-FA49-E205-0638725D707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8420314" y="1311267"/>
            <a:ext cx="1057584" cy="1057584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05518957-7298-9EBC-1872-95F75D0649F8}"/>
              </a:ext>
            </a:extLst>
          </p:cNvPr>
          <p:cNvSpPr>
            <a:spLocks/>
          </p:cNvSpPr>
          <p:nvPr/>
        </p:nvSpPr>
        <p:spPr>
          <a:xfrm>
            <a:off x="6364941" y="612201"/>
            <a:ext cx="66488" cy="2785035"/>
          </a:xfrm>
          <a:custGeom>
            <a:avLst/>
            <a:gdLst>
              <a:gd name="csX0" fmla="*/ 0 w 66488"/>
              <a:gd name="csY0" fmla="*/ 0 h 2785035"/>
              <a:gd name="csX1" fmla="*/ 66488 w 66488"/>
              <a:gd name="csY1" fmla="*/ 0 h 2785035"/>
              <a:gd name="csX2" fmla="*/ 66488 w 66488"/>
              <a:gd name="csY2" fmla="*/ 557007 h 2785035"/>
              <a:gd name="csX3" fmla="*/ 66488 w 66488"/>
              <a:gd name="csY3" fmla="*/ 1030463 h 2785035"/>
              <a:gd name="csX4" fmla="*/ 66488 w 66488"/>
              <a:gd name="csY4" fmla="*/ 1559620 h 2785035"/>
              <a:gd name="csX5" fmla="*/ 66488 w 66488"/>
              <a:gd name="csY5" fmla="*/ 2116627 h 2785035"/>
              <a:gd name="csX6" fmla="*/ 66488 w 66488"/>
              <a:gd name="csY6" fmla="*/ 2785035 h 2785035"/>
              <a:gd name="csX7" fmla="*/ 0 w 66488"/>
              <a:gd name="csY7" fmla="*/ 2785035 h 2785035"/>
              <a:gd name="csX8" fmla="*/ 0 w 66488"/>
              <a:gd name="csY8" fmla="*/ 2255878 h 2785035"/>
              <a:gd name="csX9" fmla="*/ 0 w 66488"/>
              <a:gd name="csY9" fmla="*/ 1643171 h 2785035"/>
              <a:gd name="csX10" fmla="*/ 0 w 66488"/>
              <a:gd name="csY10" fmla="*/ 1114014 h 2785035"/>
              <a:gd name="csX11" fmla="*/ 0 w 66488"/>
              <a:gd name="csY11" fmla="*/ 557007 h 2785035"/>
              <a:gd name="csX12" fmla="*/ 0 w 66488"/>
              <a:gd name="csY12" fmla="*/ 0 h 2785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66488" h="2785035" fill="none" extrusionOk="0">
                <a:moveTo>
                  <a:pt x="0" y="0"/>
                </a:moveTo>
                <a:cubicBezTo>
                  <a:pt x="19871" y="-4666"/>
                  <a:pt x="43057" y="3050"/>
                  <a:pt x="66488" y="0"/>
                </a:cubicBezTo>
                <a:cubicBezTo>
                  <a:pt x="68093" y="201654"/>
                  <a:pt x="25288" y="368810"/>
                  <a:pt x="66488" y="557007"/>
                </a:cubicBezTo>
                <a:cubicBezTo>
                  <a:pt x="107688" y="745204"/>
                  <a:pt x="59642" y="795968"/>
                  <a:pt x="66488" y="1030463"/>
                </a:cubicBezTo>
                <a:cubicBezTo>
                  <a:pt x="73334" y="1264958"/>
                  <a:pt x="36582" y="1390313"/>
                  <a:pt x="66488" y="1559620"/>
                </a:cubicBezTo>
                <a:cubicBezTo>
                  <a:pt x="96394" y="1728927"/>
                  <a:pt x="66207" y="1857124"/>
                  <a:pt x="66488" y="2116627"/>
                </a:cubicBezTo>
                <a:cubicBezTo>
                  <a:pt x="66769" y="2376130"/>
                  <a:pt x="28779" y="2613953"/>
                  <a:pt x="66488" y="2785035"/>
                </a:cubicBezTo>
                <a:cubicBezTo>
                  <a:pt x="39407" y="2792257"/>
                  <a:pt x="20307" y="2783620"/>
                  <a:pt x="0" y="2785035"/>
                </a:cubicBezTo>
                <a:cubicBezTo>
                  <a:pt x="-38542" y="2664377"/>
                  <a:pt x="24898" y="2454194"/>
                  <a:pt x="0" y="2255878"/>
                </a:cubicBezTo>
                <a:cubicBezTo>
                  <a:pt x="-24898" y="2057562"/>
                  <a:pt x="49745" y="1913116"/>
                  <a:pt x="0" y="1643171"/>
                </a:cubicBezTo>
                <a:cubicBezTo>
                  <a:pt x="-49745" y="1373226"/>
                  <a:pt x="37994" y="1307386"/>
                  <a:pt x="0" y="1114014"/>
                </a:cubicBezTo>
                <a:cubicBezTo>
                  <a:pt x="-37994" y="920642"/>
                  <a:pt x="16039" y="810947"/>
                  <a:pt x="0" y="557007"/>
                </a:cubicBezTo>
                <a:cubicBezTo>
                  <a:pt x="-16039" y="303067"/>
                  <a:pt x="51375" y="155132"/>
                  <a:pt x="0" y="0"/>
                </a:cubicBezTo>
                <a:close/>
              </a:path>
              <a:path w="66488" h="2785035" stroke="0" extrusionOk="0">
                <a:moveTo>
                  <a:pt x="0" y="0"/>
                </a:moveTo>
                <a:cubicBezTo>
                  <a:pt x="22086" y="-4394"/>
                  <a:pt x="52351" y="4431"/>
                  <a:pt x="66488" y="0"/>
                </a:cubicBezTo>
                <a:cubicBezTo>
                  <a:pt x="88042" y="242695"/>
                  <a:pt x="36987" y="429616"/>
                  <a:pt x="66488" y="584857"/>
                </a:cubicBezTo>
                <a:cubicBezTo>
                  <a:pt x="95989" y="740098"/>
                  <a:pt x="9892" y="976516"/>
                  <a:pt x="66488" y="1086164"/>
                </a:cubicBezTo>
                <a:cubicBezTo>
                  <a:pt x="123084" y="1195812"/>
                  <a:pt x="20757" y="1459774"/>
                  <a:pt x="66488" y="1643171"/>
                </a:cubicBezTo>
                <a:cubicBezTo>
                  <a:pt x="112219" y="1826568"/>
                  <a:pt x="66407" y="2097656"/>
                  <a:pt x="66488" y="2255878"/>
                </a:cubicBezTo>
                <a:cubicBezTo>
                  <a:pt x="66569" y="2414100"/>
                  <a:pt x="15819" y="2627326"/>
                  <a:pt x="66488" y="2785035"/>
                </a:cubicBezTo>
                <a:cubicBezTo>
                  <a:pt x="40594" y="2792388"/>
                  <a:pt x="32119" y="2777752"/>
                  <a:pt x="0" y="2785035"/>
                </a:cubicBezTo>
                <a:cubicBezTo>
                  <a:pt x="-2777" y="2561422"/>
                  <a:pt x="36979" y="2438965"/>
                  <a:pt x="0" y="2311579"/>
                </a:cubicBezTo>
                <a:cubicBezTo>
                  <a:pt x="-36979" y="2184193"/>
                  <a:pt x="7739" y="2013663"/>
                  <a:pt x="0" y="1810273"/>
                </a:cubicBezTo>
                <a:cubicBezTo>
                  <a:pt x="-7739" y="1606883"/>
                  <a:pt x="4023" y="1528989"/>
                  <a:pt x="0" y="1336817"/>
                </a:cubicBezTo>
                <a:cubicBezTo>
                  <a:pt x="-4023" y="1144645"/>
                  <a:pt x="36049" y="935800"/>
                  <a:pt x="0" y="751959"/>
                </a:cubicBezTo>
                <a:cubicBezTo>
                  <a:pt x="-36049" y="568118"/>
                  <a:pt x="46571" y="278558"/>
                  <a:pt x="0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28575">
            <a:solidFill>
              <a:schemeClr val="accent2">
                <a:lumMod val="10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258307044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CDC75E-6FBD-D2A1-4364-D626791AD511}"/>
              </a:ext>
            </a:extLst>
          </p:cNvPr>
          <p:cNvSpPr txBox="1"/>
          <p:nvPr/>
        </p:nvSpPr>
        <p:spPr>
          <a:xfrm>
            <a:off x="8612877" y="2250899"/>
            <a:ext cx="8284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5000"/>
              </a:lnSpc>
              <a:spcBef>
                <a:spcPct val="0"/>
              </a:spcBef>
            </a:pPr>
            <a:r>
              <a:rPr lang="en-US" altLang="zh-CN" sz="2000" cap="all" spc="-150" dirty="0">
                <a:ln w="3175" cmpd="sng">
                  <a:noFill/>
                </a:ln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rPr>
              <a:t>RUST</a:t>
            </a:r>
            <a:endParaRPr lang="zh-CN" altLang="en-US" sz="3600" cap="all" spc="-150" dirty="0">
              <a:ln w="3175" cmpd="sng">
                <a:noFill/>
              </a:ln>
              <a:solidFill>
                <a:schemeClr val="bg1"/>
              </a:solidFill>
              <a:latin typeface="+mj-lt"/>
              <a:ea typeface="MS PMincho" panose="02020600040205080304" pitchFamily="18" charset="-128"/>
              <a:cs typeface="Mangal" panose="02040503050203030202" pitchFamily="18" charset="0"/>
            </a:endParaRPr>
          </a:p>
        </p:txBody>
      </p:sp>
      <p:sp>
        <p:nvSpPr>
          <p:cNvPr id="32" name="Speech Bubble: Rectangle with Corners Rounded 31">
            <a:extLst>
              <a:ext uri="{FF2B5EF4-FFF2-40B4-BE49-F238E27FC236}">
                <a16:creationId xmlns:a16="http://schemas.microsoft.com/office/drawing/2014/main" id="{7D362792-3448-2746-EABE-F38942AD71AD}"/>
              </a:ext>
            </a:extLst>
          </p:cNvPr>
          <p:cNvSpPr/>
          <p:nvPr/>
        </p:nvSpPr>
        <p:spPr>
          <a:xfrm>
            <a:off x="5636088" y="4113864"/>
            <a:ext cx="4535825" cy="764451"/>
          </a:xfrm>
          <a:prstGeom prst="wedgeRoundRectCallout">
            <a:avLst>
              <a:gd name="adj1" fmla="val -47844"/>
              <a:gd name="adj2" fmla="val 72663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a:rPr>
              <a:t>“</a:t>
            </a:r>
            <a:r>
              <a:rPr lang="zh-CN" altLang="zh-CN" b="1" dirty="0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a:rPr>
              <a:t>My goal is to eliminate every line of C and C++ from Microsoft by 2030.</a:t>
            </a:r>
            <a:r>
              <a:rPr lang="zh-CN" altLang="en-US" b="1" dirty="0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a:rPr>
              <a:t>”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FDD7BD4-3F3E-09B5-F9F7-02C6B1384BB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64895" y="3938350"/>
            <a:ext cx="1078724" cy="107872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5ACD2F3-B6AA-AC5F-9A16-62010B375DBF}"/>
              </a:ext>
            </a:extLst>
          </p:cNvPr>
          <p:cNvSpPr txBox="1"/>
          <p:nvPr/>
        </p:nvSpPr>
        <p:spPr>
          <a:xfrm>
            <a:off x="3580298" y="5193972"/>
            <a:ext cx="2137030" cy="425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75000"/>
              </a:lnSpc>
              <a:spcBef>
                <a:spcPct val="0"/>
              </a:spcBef>
            </a:pPr>
            <a:r>
              <a:rPr lang="zh-CN" altLang="zh-CN" sz="1400" dirty="0">
                <a:solidFill>
                  <a:schemeClr val="bg1"/>
                </a:solidFill>
              </a:rPr>
              <a:t>Distinguished Engineer at Microsoft</a:t>
            </a:r>
            <a:endParaRPr lang="zh-CN" altLang="en-US" sz="2800" cap="all" spc="-150" dirty="0">
              <a:ln w="3175" cmpd="sng">
                <a:noFill/>
              </a:ln>
              <a:solidFill>
                <a:schemeClr val="bg1"/>
              </a:solidFill>
              <a:latin typeface="+mj-lt"/>
              <a:ea typeface="MS PMincho" panose="02020600040205080304" pitchFamily="18" charset="-128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560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24F4B-7E15-DA94-0B72-B30AB9BC4C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15216" y="721517"/>
            <a:ext cx="5161563" cy="425965"/>
          </a:xfrm>
        </p:spPr>
        <p:txBody>
          <a:bodyPr/>
          <a:lstStyle/>
          <a:p>
            <a:pPr algn="ctr"/>
            <a:r>
              <a:rPr lang="zh-CN" altLang="zh-CN" sz="2800" dirty="0"/>
              <a:t>Contents</a:t>
            </a:r>
            <a:endParaRPr lang="en-US" altLang="zh-CN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42BB80-52DA-35FC-BB78-E928422965F3}"/>
              </a:ext>
            </a:extLst>
          </p:cNvPr>
          <p:cNvSpPr txBox="1"/>
          <p:nvPr/>
        </p:nvSpPr>
        <p:spPr>
          <a:xfrm>
            <a:off x="2964523" y="2044372"/>
            <a:ext cx="6262950" cy="2054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75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1"/>
                </a:solidFill>
              </a:rPr>
              <a:t>Key Developments &amp; How It Works</a:t>
            </a:r>
          </a:p>
          <a:p>
            <a:pPr marL="285750" indent="-285750">
              <a:lnSpc>
                <a:spcPct val="75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75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75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CA" altLang="zh-CN" sz="2400" dirty="0">
                <a:solidFill>
                  <a:schemeClr val="bg1"/>
                </a:solidFill>
              </a:rPr>
              <a:t>Impact on Software Development</a:t>
            </a:r>
          </a:p>
          <a:p>
            <a:pPr marL="285750" indent="-285750">
              <a:lnSpc>
                <a:spcPct val="75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CA" altLang="zh-CN" sz="2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75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CA" altLang="zh-CN" sz="2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75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CA" altLang="zh-CN" sz="2400" dirty="0">
                <a:solidFill>
                  <a:schemeClr val="bg1"/>
                </a:solidFill>
              </a:rPr>
              <a:t>Challenges, Risks &amp; Future Outlook 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3995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">
  <a:themeElements>
    <a:clrScheme name="TM66931312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FF0000"/>
      </a:accent1>
      <a:accent2>
        <a:srgbClr val="F5EFE7"/>
      </a:accent2>
      <a:accent3>
        <a:srgbClr val="7B49E1"/>
      </a:accent3>
      <a:accent4>
        <a:srgbClr val="9AD7C7"/>
      </a:accent4>
      <a:accent5>
        <a:srgbClr val="237BFB"/>
      </a:accent5>
      <a:accent6>
        <a:srgbClr val="E9D7E7"/>
      </a:accent6>
      <a:hlink>
        <a:srgbClr val="FFFF00"/>
      </a:hlink>
      <a:folHlink>
        <a:srgbClr val="6BF0CD"/>
      </a:folHlink>
    </a:clrScheme>
    <a:fontScheme name="Custom 60">
      <a:majorFont>
        <a:latin typeface="MS PMincho"/>
        <a:ea typeface=""/>
        <a:cs typeface=""/>
      </a:majorFont>
      <a:minorFont>
        <a:latin typeface="Mangal"/>
        <a:ea typeface=""/>
        <a:cs typeface="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6931312_Win32_SL_V3" id="{95AE7881-AB7F-4307-BAFF-D002B22B1082}" vid="{F008C54E-045F-456B-B872-F8E3CAF310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9296157-C082-4829-A89B-8A5ED50B658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05E4DA4-E494-46AA-9E36-29155C1433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9CA4D2-B95E-49C0-A306-875863A411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</TotalTime>
  <Words>118</Words>
  <Application>Microsoft Office PowerPoint</Application>
  <PresentationFormat>Widescreen</PresentationFormat>
  <Paragraphs>13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MS PMincho</vt:lpstr>
      <vt:lpstr>Arial</vt:lpstr>
      <vt:lpstr>Calibri</vt:lpstr>
      <vt:lpstr>Courier New</vt:lpstr>
      <vt:lpstr>Mangal</vt:lpstr>
      <vt:lpstr>Custom</vt:lpstr>
      <vt:lpstr>introduction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H60096@365mmt.com</cp:lastModifiedBy>
  <cp:revision>8</cp:revision>
  <dcterms:created xsi:type="dcterms:W3CDTF">2026-10-19T23:12:33Z</dcterms:created>
  <dcterms:modified xsi:type="dcterms:W3CDTF">2026-10-20T02:22:30Z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