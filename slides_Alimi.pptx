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6"/>
  </p:notesMasterIdLst>
  <p:handoutMasterIdLst>
    <p:handoutMasterId r:id="rId7"/>
  </p:handoutMasterIdLst>
  <p:sldIdLst>
    <p:sldId id="34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B72C2-7C71-4355-8C85-9EA16A68D055}" v="45" dt="2026-10-20T23:33:28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Awwal Alimi" userId="01629b532df5ee48" providerId="LiveId" clId="{3680BEB8-8ECF-46C4-B3B5-CB34A7F6AE0F}"/>
    <pc:docChg chg="undo redo custSel addSld delSld modSld">
      <pc:chgData name="Muhammed Awwal Alimi" userId="01629b532df5ee48" providerId="LiveId" clId="{3680BEB8-8ECF-46C4-B3B5-CB34A7F6AE0F}" dt="2026-10-21T02:51:00.340" v="172" actId="20577"/>
      <pc:docMkLst>
        <pc:docMk/>
      </pc:docMkLst>
      <pc:sldChg chg="del">
        <pc:chgData name="Muhammed Awwal Alimi" userId="01629b532df5ee48" providerId="LiveId" clId="{3680BEB8-8ECF-46C4-B3B5-CB34A7F6AE0F}" dt="2026-10-20T20:16:01.540" v="33" actId="2696"/>
        <pc:sldMkLst>
          <pc:docMk/>
          <pc:sldMk cId="2728099267" sldId="326"/>
        </pc:sldMkLst>
      </pc:sldChg>
      <pc:sldChg chg="del">
        <pc:chgData name="Muhammed Awwal Alimi" userId="01629b532df5ee48" providerId="LiveId" clId="{3680BEB8-8ECF-46C4-B3B5-CB34A7F6AE0F}" dt="2026-10-20T20:15:56.922" v="32" actId="2696"/>
        <pc:sldMkLst>
          <pc:docMk/>
          <pc:sldMk cId="273775844" sldId="328"/>
        </pc:sldMkLst>
      </pc:sldChg>
      <pc:sldChg chg="del">
        <pc:chgData name="Muhammed Awwal Alimi" userId="01629b532df5ee48" providerId="LiveId" clId="{3680BEB8-8ECF-46C4-B3B5-CB34A7F6AE0F}" dt="2026-10-20T20:16:44.419" v="39" actId="2696"/>
        <pc:sldMkLst>
          <pc:docMk/>
          <pc:sldMk cId="1499560737" sldId="329"/>
        </pc:sldMkLst>
      </pc:sldChg>
      <pc:sldChg chg="del">
        <pc:chgData name="Muhammed Awwal Alimi" userId="01629b532df5ee48" providerId="LiveId" clId="{3680BEB8-8ECF-46C4-B3B5-CB34A7F6AE0F}" dt="2026-10-20T20:16:30.402" v="38" actId="2696"/>
        <pc:sldMkLst>
          <pc:docMk/>
          <pc:sldMk cId="2663399552" sldId="330"/>
        </pc:sldMkLst>
      </pc:sldChg>
      <pc:sldChg chg="del">
        <pc:chgData name="Muhammed Awwal Alimi" userId="01629b532df5ee48" providerId="LiveId" clId="{3680BEB8-8ECF-46C4-B3B5-CB34A7F6AE0F}" dt="2026-10-20T20:16:12.363" v="35" actId="2696"/>
        <pc:sldMkLst>
          <pc:docMk/>
          <pc:sldMk cId="2150140733" sldId="331"/>
        </pc:sldMkLst>
      </pc:sldChg>
      <pc:sldChg chg="del">
        <pc:chgData name="Muhammed Awwal Alimi" userId="01629b532df5ee48" providerId="LiveId" clId="{3680BEB8-8ECF-46C4-B3B5-CB34A7F6AE0F}" dt="2026-10-20T20:16:06.380" v="34" actId="2696"/>
        <pc:sldMkLst>
          <pc:docMk/>
          <pc:sldMk cId="1753452192" sldId="332"/>
        </pc:sldMkLst>
      </pc:sldChg>
      <pc:sldChg chg="del">
        <pc:chgData name="Muhammed Awwal Alimi" userId="01629b532df5ee48" providerId="LiveId" clId="{3680BEB8-8ECF-46C4-B3B5-CB34A7F6AE0F}" dt="2026-10-20T20:17:06.279" v="42" actId="2696"/>
        <pc:sldMkLst>
          <pc:docMk/>
          <pc:sldMk cId="3276769615" sldId="333"/>
        </pc:sldMkLst>
      </pc:sldChg>
      <pc:sldChg chg="del">
        <pc:chgData name="Muhammed Awwal Alimi" userId="01629b532df5ee48" providerId="LiveId" clId="{3680BEB8-8ECF-46C4-B3B5-CB34A7F6AE0F}" dt="2026-10-20T20:15:48.514" v="31" actId="2696"/>
        <pc:sldMkLst>
          <pc:docMk/>
          <pc:sldMk cId="3325332833" sldId="334"/>
        </pc:sldMkLst>
      </pc:sldChg>
      <pc:sldChg chg="del">
        <pc:chgData name="Muhammed Awwal Alimi" userId="01629b532df5ee48" providerId="LiveId" clId="{3680BEB8-8ECF-46C4-B3B5-CB34A7F6AE0F}" dt="2026-10-20T20:15:38.409" v="30" actId="2696"/>
        <pc:sldMkLst>
          <pc:docMk/>
          <pc:sldMk cId="2236476663" sldId="335"/>
        </pc:sldMkLst>
      </pc:sldChg>
      <pc:sldChg chg="addSp delSp modSp del mod">
        <pc:chgData name="Muhammed Awwal Alimi" userId="01629b532df5ee48" providerId="LiveId" clId="{3680BEB8-8ECF-46C4-B3B5-CB34A7F6AE0F}" dt="2026-10-20T20:15:21.855" v="28" actId="2696"/>
        <pc:sldMkLst>
          <pc:docMk/>
          <pc:sldMk cId="1206422430" sldId="336"/>
        </pc:sldMkLst>
        <pc:spChg chg="del">
          <ac:chgData name="Muhammed Awwal Alimi" userId="01629b532df5ee48" providerId="LiveId" clId="{3680BEB8-8ECF-46C4-B3B5-CB34A7F6AE0F}" dt="2026-10-20T19:59:12.379" v="6" actId="478"/>
          <ac:spMkLst>
            <pc:docMk/>
            <pc:sldMk cId="1206422430" sldId="336"/>
            <ac:spMk id="5" creationId="{ACB1996B-08DB-F511-A9DF-1C8F164ABC08}"/>
          </ac:spMkLst>
        </pc:spChg>
        <pc:spChg chg="add del mod">
          <ac:chgData name="Muhammed Awwal Alimi" userId="01629b532df5ee48" providerId="LiveId" clId="{3680BEB8-8ECF-46C4-B3B5-CB34A7F6AE0F}" dt="2026-10-20T19:59:04.727" v="5" actId="478"/>
          <ac:spMkLst>
            <pc:docMk/>
            <pc:sldMk cId="1206422430" sldId="336"/>
            <ac:spMk id="6" creationId="{227AD2D0-DAF6-8771-ED4D-6DD2F36D275E}"/>
          </ac:spMkLst>
        </pc:spChg>
        <pc:spChg chg="add del mod">
          <ac:chgData name="Muhammed Awwal Alimi" userId="01629b532df5ee48" providerId="LiveId" clId="{3680BEB8-8ECF-46C4-B3B5-CB34A7F6AE0F}" dt="2026-10-20T19:59:15.988" v="7" actId="478"/>
          <ac:spMkLst>
            <pc:docMk/>
            <pc:sldMk cId="1206422430" sldId="336"/>
            <ac:spMk id="8" creationId="{26749D50-EFA5-53E9-8634-892F0BC08406}"/>
          </ac:spMkLst>
        </pc:spChg>
        <pc:spChg chg="add del mod">
          <ac:chgData name="Muhammed Awwal Alimi" userId="01629b532df5ee48" providerId="LiveId" clId="{3680BEB8-8ECF-46C4-B3B5-CB34A7F6AE0F}" dt="2026-10-20T19:59:30.921" v="11" actId="478"/>
          <ac:spMkLst>
            <pc:docMk/>
            <pc:sldMk cId="1206422430" sldId="336"/>
            <ac:spMk id="10" creationId="{510D09E6-4DE6-5266-BF62-705E2E64480B}"/>
          </ac:spMkLst>
        </pc:spChg>
        <pc:spChg chg="add del mod">
          <ac:chgData name="Muhammed Awwal Alimi" userId="01629b532df5ee48" providerId="LiveId" clId="{3680BEB8-8ECF-46C4-B3B5-CB34A7F6AE0F}" dt="2026-10-20T19:59:42.711" v="13" actId="478"/>
          <ac:spMkLst>
            <pc:docMk/>
            <pc:sldMk cId="1206422430" sldId="336"/>
            <ac:spMk id="12" creationId="{ABD93212-4079-359D-197D-87686C223C09}"/>
          </ac:spMkLst>
        </pc:spChg>
        <pc:spChg chg="add del mod">
          <ac:chgData name="Muhammed Awwal Alimi" userId="01629b532df5ee48" providerId="LiveId" clId="{3680BEB8-8ECF-46C4-B3B5-CB34A7F6AE0F}" dt="2026-10-20T20:00:30.797" v="20"/>
          <ac:spMkLst>
            <pc:docMk/>
            <pc:sldMk cId="1206422430" sldId="336"/>
            <ac:spMk id="13" creationId="{56018F28-CF5E-37E8-C7EE-C0A169F0F301}"/>
          </ac:spMkLst>
        </pc:spChg>
        <pc:spChg chg="add del mod">
          <ac:chgData name="Muhammed Awwal Alimi" userId="01629b532df5ee48" providerId="LiveId" clId="{3680BEB8-8ECF-46C4-B3B5-CB34A7F6AE0F}" dt="2026-10-20T20:00:30.801" v="22"/>
          <ac:spMkLst>
            <pc:docMk/>
            <pc:sldMk cId="1206422430" sldId="336"/>
            <ac:spMk id="14" creationId="{D840F551-8A03-3EE4-2BB3-2C18A15BC924}"/>
          </ac:spMkLst>
        </pc:spChg>
        <pc:spChg chg="add del mod">
          <ac:chgData name="Muhammed Awwal Alimi" userId="01629b532df5ee48" providerId="LiveId" clId="{3680BEB8-8ECF-46C4-B3B5-CB34A7F6AE0F}" dt="2026-10-20T20:00:38.066" v="23" actId="478"/>
          <ac:spMkLst>
            <pc:docMk/>
            <pc:sldMk cId="1206422430" sldId="336"/>
            <ac:spMk id="16" creationId="{E02B8D31-4B6E-48FB-7BFC-813332991181}"/>
          </ac:spMkLst>
        </pc:spChg>
        <pc:spChg chg="add del mod">
          <ac:chgData name="Muhammed Awwal Alimi" userId="01629b532df5ee48" providerId="LiveId" clId="{3680BEB8-8ECF-46C4-B3B5-CB34A7F6AE0F}" dt="2026-10-20T20:00:47.201" v="26"/>
          <ac:spMkLst>
            <pc:docMk/>
            <pc:sldMk cId="1206422430" sldId="336"/>
            <ac:spMk id="17" creationId="{3FDA8435-FEF4-7DC7-0F78-D5E21A0B8740}"/>
          </ac:spMkLst>
        </pc:spChg>
        <pc:spChg chg="del">
          <ac:chgData name="Muhammed Awwal Alimi" userId="01629b532df5ee48" providerId="LiveId" clId="{3680BEB8-8ECF-46C4-B3B5-CB34A7F6AE0F}" dt="2026-10-20T19:59:38.629" v="12" actId="478"/>
          <ac:spMkLst>
            <pc:docMk/>
            <pc:sldMk cId="1206422430" sldId="336"/>
            <ac:spMk id="33" creationId="{22D31AFA-1E7C-94F2-7A81-4B357EB87183}"/>
          </ac:spMkLst>
        </pc:spChg>
        <pc:spChg chg="del mod">
          <ac:chgData name="Muhammed Awwal Alimi" userId="01629b532df5ee48" providerId="LiveId" clId="{3680BEB8-8ECF-46C4-B3B5-CB34A7F6AE0F}" dt="2026-10-20T19:59:26.107" v="10" actId="478"/>
          <ac:spMkLst>
            <pc:docMk/>
            <pc:sldMk cId="1206422430" sldId="336"/>
            <ac:spMk id="47" creationId="{526544F2-7851-6146-E774-E63C3E7D65C6}"/>
          </ac:spMkLst>
        </pc:spChg>
        <pc:spChg chg="del mod">
          <ac:chgData name="Muhammed Awwal Alimi" userId="01629b532df5ee48" providerId="LiveId" clId="{3680BEB8-8ECF-46C4-B3B5-CB34A7F6AE0F}" dt="2026-10-20T20:00:30.793" v="18" actId="478"/>
          <ac:spMkLst>
            <pc:docMk/>
            <pc:sldMk cId="1206422430" sldId="336"/>
            <ac:spMk id="55" creationId="{E913C351-CE1A-F817-F4B7-B3DB4240454E}"/>
          </ac:spMkLst>
        </pc:spChg>
        <pc:picChg chg="del">
          <ac:chgData name="Muhammed Awwal Alimi" userId="01629b532df5ee48" providerId="LiveId" clId="{3680BEB8-8ECF-46C4-B3B5-CB34A7F6AE0F}" dt="2026-10-20T19:58:59.691" v="4" actId="478"/>
          <ac:picMkLst>
            <pc:docMk/>
            <pc:sldMk cId="1206422430" sldId="336"/>
            <ac:picMk id="20" creationId="{F4087CD6-E867-BF82-DE7A-05CC4D9C019D}"/>
          </ac:picMkLst>
        </pc:picChg>
      </pc:sldChg>
      <pc:sldChg chg="del">
        <pc:chgData name="Muhammed Awwal Alimi" userId="01629b532df5ee48" providerId="LiveId" clId="{3680BEB8-8ECF-46C4-B3B5-CB34A7F6AE0F}" dt="2026-10-20T20:15:26.121" v="29" actId="2696"/>
        <pc:sldMkLst>
          <pc:docMk/>
          <pc:sldMk cId="1733822922" sldId="337"/>
        </pc:sldMkLst>
      </pc:sldChg>
      <pc:sldChg chg="addSp delSp modSp del mod">
        <pc:chgData name="Muhammed Awwal Alimi" userId="01629b532df5ee48" providerId="LiveId" clId="{3680BEB8-8ECF-46C4-B3B5-CB34A7F6AE0F}" dt="2026-10-20T19:58:52.523" v="3" actId="2696"/>
        <pc:sldMkLst>
          <pc:docMk/>
          <pc:sldMk cId="3781898638" sldId="338"/>
        </pc:sldMkLst>
        <pc:spChg chg="add del mod">
          <ac:chgData name="Muhammed Awwal Alimi" userId="01629b532df5ee48" providerId="LiveId" clId="{3680BEB8-8ECF-46C4-B3B5-CB34A7F6AE0F}" dt="2026-10-20T19:57:05.275" v="2"/>
          <ac:spMkLst>
            <pc:docMk/>
            <pc:sldMk cId="3781898638" sldId="338"/>
            <ac:spMk id="4" creationId="{9E7E4E95-AB1B-2085-0EDF-30A8D57086C5}"/>
          </ac:spMkLst>
        </pc:spChg>
      </pc:sldChg>
      <pc:sldChg chg="del">
        <pc:chgData name="Muhammed Awwal Alimi" userId="01629b532df5ee48" providerId="LiveId" clId="{3680BEB8-8ECF-46C4-B3B5-CB34A7F6AE0F}" dt="2026-10-20T20:15:08.325" v="27" actId="2696"/>
        <pc:sldMkLst>
          <pc:docMk/>
          <pc:sldMk cId="3223724350" sldId="339"/>
        </pc:sldMkLst>
      </pc:sldChg>
      <pc:sldChg chg="addSp delSp modSp mod">
        <pc:chgData name="Muhammed Awwal Alimi" userId="01629b532df5ee48" providerId="LiveId" clId="{3680BEB8-8ECF-46C4-B3B5-CB34A7F6AE0F}" dt="2026-10-21T02:51:00.340" v="172" actId="20577"/>
        <pc:sldMkLst>
          <pc:docMk/>
          <pc:sldMk cId="1373480303" sldId="340"/>
        </pc:sldMkLst>
        <pc:spChg chg="add del mod">
          <ac:chgData name="Muhammed Awwal Alimi" userId="01629b532df5ee48" providerId="LiveId" clId="{3680BEB8-8ECF-46C4-B3B5-CB34A7F6AE0F}" dt="2026-10-20T20:29:07.155" v="87" actId="478"/>
          <ac:spMkLst>
            <pc:docMk/>
            <pc:sldMk cId="1373480303" sldId="340"/>
            <ac:spMk id="2" creationId="{645687C6-2326-608E-873D-46E9BC32BFFA}"/>
          </ac:spMkLst>
        </pc:spChg>
        <pc:spChg chg="add del mod">
          <ac:chgData name="Muhammed Awwal Alimi" userId="01629b532df5ee48" providerId="LiveId" clId="{3680BEB8-8ECF-46C4-B3B5-CB34A7F6AE0F}" dt="2026-10-20T23:24:51.944" v="139"/>
          <ac:spMkLst>
            <pc:docMk/>
            <pc:sldMk cId="1373480303" sldId="340"/>
            <ac:spMk id="2" creationId="{9FD953A3-3791-49AC-9B13-809F0CF865C3}"/>
          </ac:spMkLst>
        </pc:spChg>
        <pc:spChg chg="mod">
          <ac:chgData name="Muhammed Awwal Alimi" userId="01629b532df5ee48" providerId="LiveId" clId="{3680BEB8-8ECF-46C4-B3B5-CB34A7F6AE0F}" dt="2026-10-20T23:23:57.054" v="133" actId="1076"/>
          <ac:spMkLst>
            <pc:docMk/>
            <pc:sldMk cId="1373480303" sldId="340"/>
            <ac:spMk id="3" creationId="{5EF24F4B-7E15-DA94-0B72-B30AB9BC4CCE}"/>
          </ac:spMkLst>
        </pc:spChg>
        <pc:spChg chg="add del mod">
          <ac:chgData name="Muhammed Awwal Alimi" userId="01629b532df5ee48" providerId="LiveId" clId="{3680BEB8-8ECF-46C4-B3B5-CB34A7F6AE0F}" dt="2026-10-20T23:24:55.887" v="142"/>
          <ac:spMkLst>
            <pc:docMk/>
            <pc:sldMk cId="1373480303" sldId="340"/>
            <ac:spMk id="4" creationId="{17CA1AD0-664A-CAA7-CD96-818757EE2CA1}"/>
          </ac:spMkLst>
        </pc:spChg>
        <pc:spChg chg="add del mod">
          <ac:chgData name="Muhammed Awwal Alimi" userId="01629b532df5ee48" providerId="LiveId" clId="{3680BEB8-8ECF-46C4-B3B5-CB34A7F6AE0F}" dt="2026-10-20T23:24:57.589" v="145"/>
          <ac:spMkLst>
            <pc:docMk/>
            <pc:sldMk cId="1373480303" sldId="340"/>
            <ac:spMk id="5" creationId="{83A1AF37-BEB0-9922-53DC-C1AF7783B210}"/>
          </ac:spMkLst>
        </pc:spChg>
        <pc:spChg chg="mod">
          <ac:chgData name="Muhammed Awwal Alimi" userId="01629b532df5ee48" providerId="LiveId" clId="{3680BEB8-8ECF-46C4-B3B5-CB34A7F6AE0F}" dt="2026-10-21T02:51:00.340" v="172" actId="20577"/>
          <ac:spMkLst>
            <pc:docMk/>
            <pc:sldMk cId="1373480303" sldId="340"/>
            <ac:spMk id="12" creationId="{7542BB80-52DA-35FC-BB78-E928422965F3}"/>
          </ac:spMkLst>
        </pc:spChg>
      </pc:sldChg>
      <pc:sldChg chg="add del">
        <pc:chgData name="Muhammed Awwal Alimi" userId="01629b532df5ee48" providerId="LiveId" clId="{3680BEB8-8ECF-46C4-B3B5-CB34A7F6AE0F}" dt="2026-10-20T20:16:59.376" v="41" actId="2696"/>
        <pc:sldMkLst>
          <pc:docMk/>
          <pc:sldMk cId="101722847" sldId="341"/>
        </pc:sldMkLst>
      </pc:sldChg>
      <pc:sldChg chg="add del">
        <pc:chgData name="Muhammed Awwal Alimi" userId="01629b532df5ee48" providerId="LiveId" clId="{3680BEB8-8ECF-46C4-B3B5-CB34A7F6AE0F}" dt="2026-10-20T20:16:25.681" v="37" actId="2696"/>
        <pc:sldMkLst>
          <pc:docMk/>
          <pc:sldMk cId="1396879806" sldId="341"/>
        </pc:sldMkLst>
      </pc:sldChg>
      <pc:sldChg chg="addSp delSp modSp add del mod modTransition">
        <pc:chgData name="Muhammed Awwal Alimi" userId="01629b532df5ee48" providerId="LiveId" clId="{3680BEB8-8ECF-46C4-B3B5-CB34A7F6AE0F}" dt="2026-10-20T23:42:03.382" v="170" actId="2696"/>
        <pc:sldMkLst>
          <pc:docMk/>
          <pc:sldMk cId="3217619395" sldId="341"/>
        </pc:sldMkLst>
        <pc:spChg chg="add del mod">
          <ac:chgData name="Muhammed Awwal Alimi" userId="01629b532df5ee48" providerId="LiveId" clId="{3680BEB8-8ECF-46C4-B3B5-CB34A7F6AE0F}" dt="2026-10-20T23:33:30.432" v="169"/>
          <ac:spMkLst>
            <pc:docMk/>
            <pc:sldMk cId="3217619395" sldId="341"/>
            <ac:spMk id="2" creationId="{A24EA29E-86BB-8C7F-5C62-C06FDBEEB54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4F4B-7E15-DA94-0B72-B30AB9BC4C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64525" y="721517"/>
            <a:ext cx="5161563" cy="425965"/>
          </a:xfrm>
        </p:spPr>
        <p:txBody>
          <a:bodyPr/>
          <a:lstStyle/>
          <a:p>
            <a:pPr algn="ctr"/>
            <a:r>
              <a:rPr lang="en-US" altLang="zh-CN" sz="2800" dirty="0"/>
              <a:t> IMPACT ON SOFTWARE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2BB80-52DA-35FC-BB78-E928422965F3}"/>
              </a:ext>
            </a:extLst>
          </p:cNvPr>
          <p:cNvSpPr txBox="1"/>
          <p:nvPr/>
        </p:nvSpPr>
        <p:spPr>
          <a:xfrm>
            <a:off x="2964525" y="1334384"/>
            <a:ext cx="62629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Rust improves software safety, security, and reliability compared to C and C++.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It prevents many common memory errors, reducing debugging and security risks.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Mozilla uses Rust in parts of Firefox, while C++ remains popular in game development.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Overall, both Rust and C</a:t>
            </a:r>
            <a:r>
              <a:rPr lang="en-US">
                <a:solidFill>
                  <a:schemeClr val="bg1"/>
                </a:solidFill>
              </a:rPr>
              <a:t>++ remain </a:t>
            </a:r>
            <a:r>
              <a:rPr lang="en-US" dirty="0">
                <a:solidFill>
                  <a:schemeClr val="bg1"/>
                </a:solidFill>
              </a:rPr>
              <a:t>important depending on the project's needs.</a:t>
            </a:r>
          </a:p>
        </p:txBody>
      </p:sp>
    </p:spTree>
    <p:extLst>
      <p:ext uri="{BB962C8B-B14F-4D97-AF65-F5344CB8AC3E}">
        <p14:creationId xmlns:p14="http://schemas.microsoft.com/office/powerpoint/2010/main" val="13734803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5E4DA4-E494-46AA-9E36-29155C1433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9CA4D2-B95E-49C0-A306-875863A4114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9296157-C082-4829-A89B-8A5ED50B658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64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MS PMincho</vt:lpstr>
      <vt:lpstr>Arial</vt:lpstr>
      <vt:lpstr>Calibri</vt:lpstr>
      <vt:lpstr>Courier New</vt:lpstr>
      <vt:lpstr>Mangal</vt:lpstr>
      <vt:lpstr>Wingdings</vt:lpstr>
      <vt:lpstr>Custom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Muhammed Awwal Alimi</cp:lastModifiedBy>
  <cp:revision>2</cp:revision>
  <dcterms:created xsi:type="dcterms:W3CDTF">2026-10-19T23:12:33Z</dcterms:created>
  <dcterms:modified xsi:type="dcterms:W3CDTF">2026-10-21T02:51:03Z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